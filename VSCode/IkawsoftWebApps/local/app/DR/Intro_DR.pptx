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Lst>
  <p:notesMasterIdLst>
    <p:notesMasterId r:id="rId18"/>
  </p:notesMasterIdLst>
  <p:sldIdLst>
    <p:sldId id="3997" r:id="rId5"/>
    <p:sldId id="324" r:id="rId6"/>
    <p:sldId id="3984" r:id="rId7"/>
    <p:sldId id="3985" r:id="rId8"/>
    <p:sldId id="4002" r:id="rId9"/>
    <p:sldId id="3999" r:id="rId10"/>
    <p:sldId id="3986" r:id="rId11"/>
    <p:sldId id="3987" r:id="rId12"/>
    <p:sldId id="3998" r:id="rId13"/>
    <p:sldId id="4000" r:id="rId14"/>
    <p:sldId id="4001" r:id="rId15"/>
    <p:sldId id="3989" r:id="rId16"/>
    <p:sldId id="3983" r:id="rId1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seppe Di Biase" initials="GDB" lastIdx="19" clrIdx="0">
    <p:extLst>
      <p:ext uri="{19B8F6BF-5375-455C-9EA6-DF929625EA0E}">
        <p15:presenceInfo xmlns:p15="http://schemas.microsoft.com/office/powerpoint/2012/main" userId="S-1-5-21-373069423-1528721693-1233670012-17135" providerId="AD"/>
      </p:ext>
    </p:extLst>
  </p:cmAuthor>
  <p:cmAuthor id="2" name="Williams-Smith, Doug" initials="WD" lastIdx="4" clrIdx="1">
    <p:extLst>
      <p:ext uri="{19B8F6BF-5375-455C-9EA6-DF929625EA0E}">
        <p15:presenceInfo xmlns:p15="http://schemas.microsoft.com/office/powerpoint/2012/main" userId="Williams-Smith, Doug" providerId="None"/>
      </p:ext>
    </p:extLst>
  </p:cmAuthor>
  <p:cmAuthor id="3" name="Doug William-Smith" initials="DW" lastIdx="2" clrIdx="2">
    <p:extLst>
      <p:ext uri="{19B8F6BF-5375-455C-9EA6-DF929625EA0E}">
        <p15:presenceInfo xmlns:p15="http://schemas.microsoft.com/office/powerpoint/2012/main" userId="Doug William-Smith" providerId="None"/>
      </p:ext>
    </p:extLst>
  </p:cmAuthor>
  <p:cmAuthor id="4" name="Kardan, Sam" initials="KS" lastIdx="2" clrIdx="3">
    <p:extLst>
      <p:ext uri="{19B8F6BF-5375-455C-9EA6-DF929625EA0E}">
        <p15:presenceInfo xmlns:p15="http://schemas.microsoft.com/office/powerpoint/2012/main" userId="S-1-5-21-702074188-2833732907-241959117-301762" providerId="AD"/>
      </p:ext>
    </p:extLst>
  </p:cmAuthor>
  <p:cmAuthor id="5" name="Sanabria, Donna" initials="" lastIdx="0" clrIdx="4"/>
  <p:cmAuthor id="6" name="Yalamanchili, Jyothi" initials="YJ" lastIdx="1" clrIdx="5">
    <p:extLst>
      <p:ext uri="{19B8F6BF-5375-455C-9EA6-DF929625EA0E}">
        <p15:presenceInfo xmlns:p15="http://schemas.microsoft.com/office/powerpoint/2012/main" userId="S::Jyothi.Yalamanchili@wolterskluwer.com::b649a309-239f-4666-a4b7-e455897832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17BC5"/>
    <a:srgbClr val="0081C6"/>
    <a:srgbClr val="D10404"/>
    <a:srgbClr val="FFCD05"/>
    <a:srgbClr val="7AC143"/>
    <a:srgbClr val="CFDFE7"/>
    <a:srgbClr val="0583C7"/>
    <a:srgbClr val="48A1DA"/>
    <a:srgbClr val="4444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A7762D-8A6B-48B8-8741-0E03B96640FF}" v="1" dt="2026-03-18T11:01:46.5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E3DA05-E99B-48A0-9FB9-85185A6FBB9B}" type="doc">
      <dgm:prSet loTypeId="urn:microsoft.com/office/officeart/2005/8/layout/venn3" loCatId="relationship" qsTypeId="urn:microsoft.com/office/officeart/2005/8/quickstyle/simple2" qsCatId="simple" csTypeId="urn:microsoft.com/office/officeart/2005/8/colors/accent1_5" csCatId="accent1" phldr="1"/>
      <dgm:spPr/>
      <dgm:t>
        <a:bodyPr/>
        <a:lstStyle/>
        <a:p>
          <a:endParaRPr lang="en-US"/>
        </a:p>
      </dgm:t>
    </dgm:pt>
    <dgm:pt modelId="{A67598DA-2DEC-4535-99E3-05FCC6F41398}">
      <dgm:prSet phldrT="[Text]"/>
      <dgm:spPr/>
      <dgm:t>
        <a:bodyPr/>
        <a:lstStyle/>
        <a:p>
          <a:r>
            <a:rPr lang="en-US">
              <a:solidFill>
                <a:schemeClr val="bg1"/>
              </a:solidFill>
            </a:rPr>
            <a:t>Application 1</a:t>
          </a:r>
        </a:p>
      </dgm:t>
    </dgm:pt>
    <dgm:pt modelId="{B6B10006-BD24-4808-B964-507B8118FDE4}" type="parTrans" cxnId="{ED6FA2BE-E5D1-473E-AD70-1E5D3D846A9F}">
      <dgm:prSet/>
      <dgm:spPr/>
      <dgm:t>
        <a:bodyPr/>
        <a:lstStyle/>
        <a:p>
          <a:endParaRPr lang="en-US"/>
        </a:p>
      </dgm:t>
    </dgm:pt>
    <dgm:pt modelId="{3FB347EA-0FC1-49CB-A6E6-CEBC39E8CB98}" type="sibTrans" cxnId="{ED6FA2BE-E5D1-473E-AD70-1E5D3D846A9F}">
      <dgm:prSet/>
      <dgm:spPr/>
      <dgm:t>
        <a:bodyPr/>
        <a:lstStyle/>
        <a:p>
          <a:endParaRPr lang="en-US"/>
        </a:p>
      </dgm:t>
    </dgm:pt>
    <dgm:pt modelId="{AD93BD0C-308E-4589-AB31-EA98CCA89F04}">
      <dgm:prSet phldrT="[Text]"/>
      <dgm:spPr/>
      <dgm:t>
        <a:bodyPr/>
        <a:lstStyle/>
        <a:p>
          <a:r>
            <a:rPr lang="en-US">
              <a:solidFill>
                <a:schemeClr val="bg1"/>
              </a:solidFill>
            </a:rPr>
            <a:t>Application 2</a:t>
          </a:r>
        </a:p>
      </dgm:t>
    </dgm:pt>
    <dgm:pt modelId="{6C83BAAA-2B30-4CD6-A05B-10A94CAEE132}" type="parTrans" cxnId="{0D2D94D3-B657-469E-8305-FF67379B0A54}">
      <dgm:prSet/>
      <dgm:spPr/>
      <dgm:t>
        <a:bodyPr/>
        <a:lstStyle/>
        <a:p>
          <a:endParaRPr lang="en-US"/>
        </a:p>
      </dgm:t>
    </dgm:pt>
    <dgm:pt modelId="{B30BF670-C2CE-4221-830C-7BEE811CE7AB}" type="sibTrans" cxnId="{0D2D94D3-B657-469E-8305-FF67379B0A54}">
      <dgm:prSet/>
      <dgm:spPr/>
      <dgm:t>
        <a:bodyPr/>
        <a:lstStyle/>
        <a:p>
          <a:endParaRPr lang="en-US"/>
        </a:p>
      </dgm:t>
    </dgm:pt>
    <dgm:pt modelId="{700AE8F4-447A-412B-A0F7-DE1B58A63CFD}" type="pres">
      <dgm:prSet presAssocID="{FFE3DA05-E99B-48A0-9FB9-85185A6FBB9B}" presName="Name0" presStyleCnt="0">
        <dgm:presLayoutVars>
          <dgm:dir/>
          <dgm:resizeHandles val="exact"/>
        </dgm:presLayoutVars>
      </dgm:prSet>
      <dgm:spPr/>
    </dgm:pt>
    <dgm:pt modelId="{F13B9A4A-46CF-4205-A8FA-602935BFB754}" type="pres">
      <dgm:prSet presAssocID="{A67598DA-2DEC-4535-99E3-05FCC6F41398}" presName="Name5" presStyleLbl="vennNode1" presStyleIdx="0" presStyleCnt="2">
        <dgm:presLayoutVars>
          <dgm:bulletEnabled val="1"/>
        </dgm:presLayoutVars>
      </dgm:prSet>
      <dgm:spPr/>
    </dgm:pt>
    <dgm:pt modelId="{E70A812E-5A3D-4697-94D8-3BE581ED9CF7}" type="pres">
      <dgm:prSet presAssocID="{3FB347EA-0FC1-49CB-A6E6-CEBC39E8CB98}" presName="space" presStyleCnt="0"/>
      <dgm:spPr/>
    </dgm:pt>
    <dgm:pt modelId="{BE84B8EF-25AE-4732-AAFF-91E79E45F412}" type="pres">
      <dgm:prSet presAssocID="{AD93BD0C-308E-4589-AB31-EA98CCA89F04}" presName="Name5" presStyleLbl="vennNode1" presStyleIdx="1" presStyleCnt="2">
        <dgm:presLayoutVars>
          <dgm:bulletEnabled val="1"/>
        </dgm:presLayoutVars>
      </dgm:prSet>
      <dgm:spPr/>
    </dgm:pt>
  </dgm:ptLst>
  <dgm:cxnLst>
    <dgm:cxn modelId="{E150F47A-CE9C-43AC-BA1A-CBE35CBF9B45}" type="presOf" srcId="{FFE3DA05-E99B-48A0-9FB9-85185A6FBB9B}" destId="{700AE8F4-447A-412B-A0F7-DE1B58A63CFD}" srcOrd="0" destOrd="0" presId="urn:microsoft.com/office/officeart/2005/8/layout/venn3"/>
    <dgm:cxn modelId="{AA7A2896-1C8F-4D08-9E1B-7951D8E7EFD6}" type="presOf" srcId="{AD93BD0C-308E-4589-AB31-EA98CCA89F04}" destId="{BE84B8EF-25AE-4732-AAFF-91E79E45F412}" srcOrd="0" destOrd="0" presId="urn:microsoft.com/office/officeart/2005/8/layout/venn3"/>
    <dgm:cxn modelId="{ED6FA2BE-E5D1-473E-AD70-1E5D3D846A9F}" srcId="{FFE3DA05-E99B-48A0-9FB9-85185A6FBB9B}" destId="{A67598DA-2DEC-4535-99E3-05FCC6F41398}" srcOrd="0" destOrd="0" parTransId="{B6B10006-BD24-4808-B964-507B8118FDE4}" sibTransId="{3FB347EA-0FC1-49CB-A6E6-CEBC39E8CB98}"/>
    <dgm:cxn modelId="{0D2D94D3-B657-469E-8305-FF67379B0A54}" srcId="{FFE3DA05-E99B-48A0-9FB9-85185A6FBB9B}" destId="{AD93BD0C-308E-4589-AB31-EA98CCA89F04}" srcOrd="1" destOrd="0" parTransId="{6C83BAAA-2B30-4CD6-A05B-10A94CAEE132}" sibTransId="{B30BF670-C2CE-4221-830C-7BEE811CE7AB}"/>
    <dgm:cxn modelId="{532EE2DE-A4FC-4535-8692-80B6663E0958}" type="presOf" srcId="{A67598DA-2DEC-4535-99E3-05FCC6F41398}" destId="{F13B9A4A-46CF-4205-A8FA-602935BFB754}" srcOrd="0" destOrd="0" presId="urn:microsoft.com/office/officeart/2005/8/layout/venn3"/>
    <dgm:cxn modelId="{4A983EE3-0EE7-41B7-9A48-DB39B76E59D0}" type="presParOf" srcId="{700AE8F4-447A-412B-A0F7-DE1B58A63CFD}" destId="{F13B9A4A-46CF-4205-A8FA-602935BFB754}" srcOrd="0" destOrd="0" presId="urn:microsoft.com/office/officeart/2005/8/layout/venn3"/>
    <dgm:cxn modelId="{2F4326DA-34E5-4426-A10B-C9159F30C248}" type="presParOf" srcId="{700AE8F4-447A-412B-A0F7-DE1B58A63CFD}" destId="{E70A812E-5A3D-4697-94D8-3BE581ED9CF7}" srcOrd="1" destOrd="0" presId="urn:microsoft.com/office/officeart/2005/8/layout/venn3"/>
    <dgm:cxn modelId="{EA0EF20B-3E30-48C0-8597-1967D897D62A}" type="presParOf" srcId="{700AE8F4-447A-412B-A0F7-DE1B58A63CFD}" destId="{BE84B8EF-25AE-4732-AAFF-91E79E45F412}" srcOrd="2"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0B8420-4853-458C-8D0A-A3B40C1F7886}" type="doc">
      <dgm:prSet loTypeId="urn:microsoft.com/office/officeart/2005/8/layout/chevron1" loCatId="process" qsTypeId="urn:microsoft.com/office/officeart/2005/8/quickstyle/simple1" qsCatId="simple" csTypeId="urn:microsoft.com/office/officeart/2005/8/colors/accent1_2" csCatId="accent1" phldr="1"/>
      <dgm:spPr/>
    </dgm:pt>
    <dgm:pt modelId="{E9FFFE99-D789-4242-9692-C99CD725F23A}">
      <dgm:prSet phldrT="[Text]"/>
      <dgm:spPr/>
      <dgm:t>
        <a:bodyPr/>
        <a:lstStyle/>
        <a:p>
          <a:r>
            <a:rPr lang="en-US"/>
            <a:t>Identify 3 Dates and Confirm Resources</a:t>
          </a:r>
        </a:p>
      </dgm:t>
    </dgm:pt>
    <dgm:pt modelId="{A1B293A6-3B91-4065-B236-7EE133C74A73}" type="parTrans" cxnId="{481736CA-255A-49B6-BB23-DC1FA6FD1274}">
      <dgm:prSet/>
      <dgm:spPr/>
      <dgm:t>
        <a:bodyPr/>
        <a:lstStyle/>
        <a:p>
          <a:endParaRPr lang="en-US"/>
        </a:p>
      </dgm:t>
    </dgm:pt>
    <dgm:pt modelId="{74C93BC8-BB28-4D9E-9DFD-66CFAC0E3FB0}" type="sibTrans" cxnId="{481736CA-255A-49B6-BB23-DC1FA6FD1274}">
      <dgm:prSet/>
      <dgm:spPr/>
      <dgm:t>
        <a:bodyPr/>
        <a:lstStyle/>
        <a:p>
          <a:endParaRPr lang="en-US"/>
        </a:p>
      </dgm:t>
    </dgm:pt>
    <dgm:pt modelId="{A1DCB9D9-DAD4-4FB6-A849-125D7EA4D5C0}">
      <dgm:prSet phldrT="[Text]"/>
      <dgm:spPr/>
      <dgm:t>
        <a:bodyPr/>
        <a:lstStyle/>
        <a:p>
          <a:r>
            <a:rPr lang="en-US"/>
            <a:t>Complete DR Design</a:t>
          </a:r>
        </a:p>
      </dgm:t>
    </dgm:pt>
    <dgm:pt modelId="{4D2C023D-1C89-4ACF-9A08-B0C2954E1787}" type="parTrans" cxnId="{3C08A9D9-CB50-422A-AFAE-DD3321A5C8BF}">
      <dgm:prSet/>
      <dgm:spPr/>
      <dgm:t>
        <a:bodyPr/>
        <a:lstStyle/>
        <a:p>
          <a:endParaRPr lang="en-US"/>
        </a:p>
      </dgm:t>
    </dgm:pt>
    <dgm:pt modelId="{A51BA144-D33B-46F4-A027-DD1EB529ED64}" type="sibTrans" cxnId="{3C08A9D9-CB50-422A-AFAE-DD3321A5C8BF}">
      <dgm:prSet/>
      <dgm:spPr/>
      <dgm:t>
        <a:bodyPr/>
        <a:lstStyle/>
        <a:p>
          <a:endParaRPr lang="en-US"/>
        </a:p>
      </dgm:t>
    </dgm:pt>
    <dgm:pt modelId="{D68AE503-8A7B-408F-963D-EDFFB69F311C}">
      <dgm:prSet phldrT="[Text]"/>
      <dgm:spPr/>
      <dgm:t>
        <a:bodyPr/>
        <a:lstStyle/>
        <a:p>
          <a:r>
            <a:rPr lang="en-US"/>
            <a:t>Conduct Tabletop Exercise</a:t>
          </a:r>
        </a:p>
      </dgm:t>
    </dgm:pt>
    <dgm:pt modelId="{8943529A-42B1-4A94-8C8D-344485764675}" type="parTrans" cxnId="{3E09CD53-820A-494D-A5EF-97B6120C6F46}">
      <dgm:prSet/>
      <dgm:spPr/>
      <dgm:t>
        <a:bodyPr/>
        <a:lstStyle/>
        <a:p>
          <a:endParaRPr lang="en-US"/>
        </a:p>
      </dgm:t>
    </dgm:pt>
    <dgm:pt modelId="{C1B3DC90-BCF7-4035-972C-3606D43592E4}" type="sibTrans" cxnId="{3E09CD53-820A-494D-A5EF-97B6120C6F46}">
      <dgm:prSet/>
      <dgm:spPr/>
      <dgm:t>
        <a:bodyPr/>
        <a:lstStyle/>
        <a:p>
          <a:endParaRPr lang="en-US"/>
        </a:p>
      </dgm:t>
    </dgm:pt>
    <dgm:pt modelId="{B9F83948-C080-4EC5-8445-3D1C05399BEC}">
      <dgm:prSet/>
      <dgm:spPr/>
      <dgm:t>
        <a:bodyPr/>
        <a:lstStyle/>
        <a:p>
          <a:r>
            <a:rPr lang="en-US"/>
            <a:t>Go-No Go Meeting</a:t>
          </a:r>
        </a:p>
      </dgm:t>
    </dgm:pt>
    <dgm:pt modelId="{EAB00E53-B5A8-4E19-BE66-667661ABD8C8}" type="parTrans" cxnId="{0F46C02C-F4DB-41B4-8B4B-C5E7092CEBDA}">
      <dgm:prSet/>
      <dgm:spPr/>
      <dgm:t>
        <a:bodyPr/>
        <a:lstStyle/>
        <a:p>
          <a:endParaRPr lang="en-US"/>
        </a:p>
      </dgm:t>
    </dgm:pt>
    <dgm:pt modelId="{5C9D61A0-63A5-4B18-8140-992BBECCF2BE}" type="sibTrans" cxnId="{0F46C02C-F4DB-41B4-8B4B-C5E7092CEBDA}">
      <dgm:prSet/>
      <dgm:spPr/>
      <dgm:t>
        <a:bodyPr/>
        <a:lstStyle/>
        <a:p>
          <a:endParaRPr lang="en-US"/>
        </a:p>
      </dgm:t>
    </dgm:pt>
    <dgm:pt modelId="{6164466D-BFD9-4CA2-B74D-84846DB5889A}">
      <dgm:prSet/>
      <dgm:spPr/>
      <dgm:t>
        <a:bodyPr/>
        <a:lstStyle/>
        <a:p>
          <a:r>
            <a:rPr lang="en-US"/>
            <a:t>Conduct DR Exercises</a:t>
          </a:r>
        </a:p>
      </dgm:t>
    </dgm:pt>
    <dgm:pt modelId="{E30B58C0-C482-4576-A082-52EFE16D402F}" type="parTrans" cxnId="{057CE814-FF4F-4FC3-9B79-3890A42BE39D}">
      <dgm:prSet/>
      <dgm:spPr/>
      <dgm:t>
        <a:bodyPr/>
        <a:lstStyle/>
        <a:p>
          <a:endParaRPr lang="en-US"/>
        </a:p>
      </dgm:t>
    </dgm:pt>
    <dgm:pt modelId="{719761E9-D23A-4E6B-942E-C3A0EBAC4E32}" type="sibTrans" cxnId="{057CE814-FF4F-4FC3-9B79-3890A42BE39D}">
      <dgm:prSet/>
      <dgm:spPr/>
      <dgm:t>
        <a:bodyPr/>
        <a:lstStyle/>
        <a:p>
          <a:endParaRPr lang="en-US"/>
        </a:p>
      </dgm:t>
    </dgm:pt>
    <dgm:pt modelId="{2073894B-EFF1-41DA-AA4B-838A2BDE5792}">
      <dgm:prSet/>
      <dgm:spPr/>
      <dgm:t>
        <a:bodyPr/>
        <a:lstStyle/>
        <a:p>
          <a:r>
            <a:rPr lang="en-US"/>
            <a:t>Submit Post Exercise Report</a:t>
          </a:r>
        </a:p>
      </dgm:t>
    </dgm:pt>
    <dgm:pt modelId="{17B8DE33-3FD1-4A2E-B8EA-09583E74A49C}" type="parTrans" cxnId="{8327DFFF-13C1-4199-B6C6-82AB95963A12}">
      <dgm:prSet/>
      <dgm:spPr/>
      <dgm:t>
        <a:bodyPr/>
        <a:lstStyle/>
        <a:p>
          <a:endParaRPr lang="en-US"/>
        </a:p>
      </dgm:t>
    </dgm:pt>
    <dgm:pt modelId="{071BAEE0-E047-4CD3-9FA5-8218825371ED}" type="sibTrans" cxnId="{8327DFFF-13C1-4199-B6C6-82AB95963A12}">
      <dgm:prSet/>
      <dgm:spPr/>
      <dgm:t>
        <a:bodyPr/>
        <a:lstStyle/>
        <a:p>
          <a:endParaRPr lang="en-US"/>
        </a:p>
      </dgm:t>
    </dgm:pt>
    <dgm:pt modelId="{EF3AAD4B-8D91-4014-A31B-9264022E10C8}">
      <dgm:prSet/>
      <dgm:spPr/>
      <dgm:t>
        <a:bodyPr/>
        <a:lstStyle/>
        <a:p>
          <a:r>
            <a:rPr lang="en-US"/>
            <a:t>Complete DR Documentation</a:t>
          </a:r>
        </a:p>
      </dgm:t>
    </dgm:pt>
    <dgm:pt modelId="{4A3D79F3-842C-4A93-816D-E5F98641EAC1}" type="parTrans" cxnId="{46BAF2FD-0BB9-4744-B2F6-A4500E4449F3}">
      <dgm:prSet/>
      <dgm:spPr/>
      <dgm:t>
        <a:bodyPr/>
        <a:lstStyle/>
        <a:p>
          <a:endParaRPr lang="en-US"/>
        </a:p>
      </dgm:t>
    </dgm:pt>
    <dgm:pt modelId="{D10ADB61-AC3B-4364-A41B-88CAA43AD65E}" type="sibTrans" cxnId="{46BAF2FD-0BB9-4744-B2F6-A4500E4449F3}">
      <dgm:prSet/>
      <dgm:spPr/>
      <dgm:t>
        <a:bodyPr/>
        <a:lstStyle/>
        <a:p>
          <a:endParaRPr lang="en-US"/>
        </a:p>
      </dgm:t>
    </dgm:pt>
    <dgm:pt modelId="{1EE0189F-CD0D-44A2-869D-217A82F84075}">
      <dgm:prSet/>
      <dgm:spPr/>
      <dgm:t>
        <a:bodyPr/>
        <a:lstStyle/>
        <a:p>
          <a:r>
            <a:rPr lang="en-US"/>
            <a:t>Standup Infrastructure</a:t>
          </a:r>
        </a:p>
      </dgm:t>
    </dgm:pt>
    <dgm:pt modelId="{5285FE44-B24C-44CB-BD93-6C812C52A985}" type="parTrans" cxnId="{FC4AFFFC-7E95-4927-99E0-88C21F46CCC3}">
      <dgm:prSet/>
      <dgm:spPr/>
      <dgm:t>
        <a:bodyPr/>
        <a:lstStyle/>
        <a:p>
          <a:endParaRPr lang="en-US"/>
        </a:p>
      </dgm:t>
    </dgm:pt>
    <dgm:pt modelId="{B8E45EF6-2377-4E03-B463-387522539615}" type="sibTrans" cxnId="{FC4AFFFC-7E95-4927-99E0-88C21F46CCC3}">
      <dgm:prSet/>
      <dgm:spPr/>
      <dgm:t>
        <a:bodyPr/>
        <a:lstStyle/>
        <a:p>
          <a:endParaRPr lang="en-US"/>
        </a:p>
      </dgm:t>
    </dgm:pt>
    <dgm:pt modelId="{BAE410F7-A7DA-44DD-99A7-3FF70129E08B}">
      <dgm:prSet/>
      <dgm:spPr/>
      <dgm:t>
        <a:bodyPr/>
        <a:lstStyle/>
        <a:p>
          <a:r>
            <a:rPr lang="en-US"/>
            <a:t>Complete Prep Tasks</a:t>
          </a:r>
        </a:p>
      </dgm:t>
    </dgm:pt>
    <dgm:pt modelId="{62CD5429-7259-4895-9989-8E6422916A9C}" type="parTrans" cxnId="{C01F97CE-F6B2-4D23-9F83-790D5F66911E}">
      <dgm:prSet/>
      <dgm:spPr/>
      <dgm:t>
        <a:bodyPr/>
        <a:lstStyle/>
        <a:p>
          <a:endParaRPr lang="en-US"/>
        </a:p>
      </dgm:t>
    </dgm:pt>
    <dgm:pt modelId="{82905D88-EA21-453C-8880-D507CB0034AB}" type="sibTrans" cxnId="{C01F97CE-F6B2-4D23-9F83-790D5F66911E}">
      <dgm:prSet/>
      <dgm:spPr/>
      <dgm:t>
        <a:bodyPr/>
        <a:lstStyle/>
        <a:p>
          <a:endParaRPr lang="en-US"/>
        </a:p>
      </dgm:t>
    </dgm:pt>
    <dgm:pt modelId="{19D4F881-7349-424E-8995-B840990A1B77}" type="pres">
      <dgm:prSet presAssocID="{CE0B8420-4853-458C-8D0A-A3B40C1F7886}" presName="Name0" presStyleCnt="0">
        <dgm:presLayoutVars>
          <dgm:dir/>
          <dgm:animLvl val="lvl"/>
          <dgm:resizeHandles val="exact"/>
        </dgm:presLayoutVars>
      </dgm:prSet>
      <dgm:spPr/>
    </dgm:pt>
    <dgm:pt modelId="{B056F75F-C228-4336-B9CE-1A0484A8B280}" type="pres">
      <dgm:prSet presAssocID="{E9FFFE99-D789-4242-9692-C99CD725F23A}" presName="parTxOnly" presStyleLbl="node1" presStyleIdx="0" presStyleCnt="9">
        <dgm:presLayoutVars>
          <dgm:chMax val="0"/>
          <dgm:chPref val="0"/>
          <dgm:bulletEnabled val="1"/>
        </dgm:presLayoutVars>
      </dgm:prSet>
      <dgm:spPr/>
    </dgm:pt>
    <dgm:pt modelId="{994EC1DC-1B9E-41F2-AD02-F0E8F2776866}" type="pres">
      <dgm:prSet presAssocID="{74C93BC8-BB28-4D9E-9DFD-66CFAC0E3FB0}" presName="parTxOnlySpace" presStyleCnt="0"/>
      <dgm:spPr/>
    </dgm:pt>
    <dgm:pt modelId="{81C20D2F-DEF9-4297-ADA5-539FF7B733B0}" type="pres">
      <dgm:prSet presAssocID="{A1DCB9D9-DAD4-4FB6-A849-125D7EA4D5C0}" presName="parTxOnly" presStyleLbl="node1" presStyleIdx="1" presStyleCnt="9">
        <dgm:presLayoutVars>
          <dgm:chMax val="0"/>
          <dgm:chPref val="0"/>
          <dgm:bulletEnabled val="1"/>
        </dgm:presLayoutVars>
      </dgm:prSet>
      <dgm:spPr/>
    </dgm:pt>
    <dgm:pt modelId="{ACFCA1AA-44B3-4AFD-90A7-A1EF61A46F10}" type="pres">
      <dgm:prSet presAssocID="{A51BA144-D33B-46F4-A027-DD1EB529ED64}" presName="parTxOnlySpace" presStyleCnt="0"/>
      <dgm:spPr/>
    </dgm:pt>
    <dgm:pt modelId="{9A24B986-EE3E-46EC-8B84-5F0D46D37690}" type="pres">
      <dgm:prSet presAssocID="{EF3AAD4B-8D91-4014-A31B-9264022E10C8}" presName="parTxOnly" presStyleLbl="node1" presStyleIdx="2" presStyleCnt="9">
        <dgm:presLayoutVars>
          <dgm:chMax val="0"/>
          <dgm:chPref val="0"/>
          <dgm:bulletEnabled val="1"/>
        </dgm:presLayoutVars>
      </dgm:prSet>
      <dgm:spPr/>
    </dgm:pt>
    <dgm:pt modelId="{7887AEE3-8B30-4985-9909-11AEA7A241D3}" type="pres">
      <dgm:prSet presAssocID="{D10ADB61-AC3B-4364-A41B-88CAA43AD65E}" presName="parTxOnlySpace" presStyleCnt="0"/>
      <dgm:spPr/>
    </dgm:pt>
    <dgm:pt modelId="{4AF867A3-B5B1-45C7-A4C2-EF6BA63CA14A}" type="pres">
      <dgm:prSet presAssocID="{1EE0189F-CD0D-44A2-869D-217A82F84075}" presName="parTxOnly" presStyleLbl="node1" presStyleIdx="3" presStyleCnt="9">
        <dgm:presLayoutVars>
          <dgm:chMax val="0"/>
          <dgm:chPref val="0"/>
          <dgm:bulletEnabled val="1"/>
        </dgm:presLayoutVars>
      </dgm:prSet>
      <dgm:spPr/>
    </dgm:pt>
    <dgm:pt modelId="{74D0A903-D405-4470-BDCA-9150B88F2062}" type="pres">
      <dgm:prSet presAssocID="{B8E45EF6-2377-4E03-B463-387522539615}" presName="parTxOnlySpace" presStyleCnt="0"/>
      <dgm:spPr/>
    </dgm:pt>
    <dgm:pt modelId="{3C3FA7F6-4FC6-49E8-828C-07DC6CD5C2CB}" type="pres">
      <dgm:prSet presAssocID="{BAE410F7-A7DA-44DD-99A7-3FF70129E08B}" presName="parTxOnly" presStyleLbl="node1" presStyleIdx="4" presStyleCnt="9">
        <dgm:presLayoutVars>
          <dgm:chMax val="0"/>
          <dgm:chPref val="0"/>
          <dgm:bulletEnabled val="1"/>
        </dgm:presLayoutVars>
      </dgm:prSet>
      <dgm:spPr/>
    </dgm:pt>
    <dgm:pt modelId="{3DC2A8A5-933A-4B03-9B61-9DB0ED8C571C}" type="pres">
      <dgm:prSet presAssocID="{82905D88-EA21-453C-8880-D507CB0034AB}" presName="parTxOnlySpace" presStyleCnt="0"/>
      <dgm:spPr/>
    </dgm:pt>
    <dgm:pt modelId="{462D373A-295C-41BC-A65D-500E95454F94}" type="pres">
      <dgm:prSet presAssocID="{D68AE503-8A7B-408F-963D-EDFFB69F311C}" presName="parTxOnly" presStyleLbl="node1" presStyleIdx="5" presStyleCnt="9">
        <dgm:presLayoutVars>
          <dgm:chMax val="0"/>
          <dgm:chPref val="0"/>
          <dgm:bulletEnabled val="1"/>
        </dgm:presLayoutVars>
      </dgm:prSet>
      <dgm:spPr/>
    </dgm:pt>
    <dgm:pt modelId="{3F05DABE-0752-44FF-8B7E-CB4EFF3BFDBE}" type="pres">
      <dgm:prSet presAssocID="{C1B3DC90-BCF7-4035-972C-3606D43592E4}" presName="parTxOnlySpace" presStyleCnt="0"/>
      <dgm:spPr/>
    </dgm:pt>
    <dgm:pt modelId="{AF94FC29-E59C-499F-BEE9-EDF0155C6279}" type="pres">
      <dgm:prSet presAssocID="{B9F83948-C080-4EC5-8445-3D1C05399BEC}" presName="parTxOnly" presStyleLbl="node1" presStyleIdx="6" presStyleCnt="9">
        <dgm:presLayoutVars>
          <dgm:chMax val="0"/>
          <dgm:chPref val="0"/>
          <dgm:bulletEnabled val="1"/>
        </dgm:presLayoutVars>
      </dgm:prSet>
      <dgm:spPr/>
    </dgm:pt>
    <dgm:pt modelId="{6B8BA6AF-386D-427D-A267-B644063BE8F8}" type="pres">
      <dgm:prSet presAssocID="{5C9D61A0-63A5-4B18-8140-992BBECCF2BE}" presName="parTxOnlySpace" presStyleCnt="0"/>
      <dgm:spPr/>
    </dgm:pt>
    <dgm:pt modelId="{D6D9C2F3-3106-4F9C-A06A-D283A13E98D6}" type="pres">
      <dgm:prSet presAssocID="{6164466D-BFD9-4CA2-B74D-84846DB5889A}" presName="parTxOnly" presStyleLbl="node1" presStyleIdx="7" presStyleCnt="9">
        <dgm:presLayoutVars>
          <dgm:chMax val="0"/>
          <dgm:chPref val="0"/>
          <dgm:bulletEnabled val="1"/>
        </dgm:presLayoutVars>
      </dgm:prSet>
      <dgm:spPr/>
    </dgm:pt>
    <dgm:pt modelId="{E534F4DF-E6D5-4B88-941E-5B55E0E2474A}" type="pres">
      <dgm:prSet presAssocID="{719761E9-D23A-4E6B-942E-C3A0EBAC4E32}" presName="parTxOnlySpace" presStyleCnt="0"/>
      <dgm:spPr/>
    </dgm:pt>
    <dgm:pt modelId="{72CD02F3-5915-4B55-8FEA-B598F868B423}" type="pres">
      <dgm:prSet presAssocID="{2073894B-EFF1-41DA-AA4B-838A2BDE5792}" presName="parTxOnly" presStyleLbl="node1" presStyleIdx="8" presStyleCnt="9">
        <dgm:presLayoutVars>
          <dgm:chMax val="0"/>
          <dgm:chPref val="0"/>
          <dgm:bulletEnabled val="1"/>
        </dgm:presLayoutVars>
      </dgm:prSet>
      <dgm:spPr/>
    </dgm:pt>
  </dgm:ptLst>
  <dgm:cxnLst>
    <dgm:cxn modelId="{057CE814-FF4F-4FC3-9B79-3890A42BE39D}" srcId="{CE0B8420-4853-458C-8D0A-A3B40C1F7886}" destId="{6164466D-BFD9-4CA2-B74D-84846DB5889A}" srcOrd="7" destOrd="0" parTransId="{E30B58C0-C482-4576-A082-52EFE16D402F}" sibTransId="{719761E9-D23A-4E6B-942E-C3A0EBAC4E32}"/>
    <dgm:cxn modelId="{6F0C6028-3D1E-4B2E-9C68-4D806C633212}" type="presOf" srcId="{CE0B8420-4853-458C-8D0A-A3B40C1F7886}" destId="{19D4F881-7349-424E-8995-B840990A1B77}" srcOrd="0" destOrd="0" presId="urn:microsoft.com/office/officeart/2005/8/layout/chevron1"/>
    <dgm:cxn modelId="{0F46C02C-F4DB-41B4-8B4B-C5E7092CEBDA}" srcId="{CE0B8420-4853-458C-8D0A-A3B40C1F7886}" destId="{B9F83948-C080-4EC5-8445-3D1C05399BEC}" srcOrd="6" destOrd="0" parTransId="{EAB00E53-B5A8-4E19-BE66-667661ABD8C8}" sibTransId="{5C9D61A0-63A5-4B18-8140-992BBECCF2BE}"/>
    <dgm:cxn modelId="{E872012D-3C97-4FB2-8737-62EC3DD2E4E4}" type="presOf" srcId="{B9F83948-C080-4EC5-8445-3D1C05399BEC}" destId="{AF94FC29-E59C-499F-BEE9-EDF0155C6279}" srcOrd="0" destOrd="0" presId="urn:microsoft.com/office/officeart/2005/8/layout/chevron1"/>
    <dgm:cxn modelId="{F287753C-C599-4861-962B-5A85F8FD66DC}" type="presOf" srcId="{2073894B-EFF1-41DA-AA4B-838A2BDE5792}" destId="{72CD02F3-5915-4B55-8FEA-B598F868B423}" srcOrd="0" destOrd="0" presId="urn:microsoft.com/office/officeart/2005/8/layout/chevron1"/>
    <dgm:cxn modelId="{E2CD735D-C010-4C3E-AB08-024800DDAB2F}" type="presOf" srcId="{D68AE503-8A7B-408F-963D-EDFFB69F311C}" destId="{462D373A-295C-41BC-A65D-500E95454F94}" srcOrd="0" destOrd="0" presId="urn:microsoft.com/office/officeart/2005/8/layout/chevron1"/>
    <dgm:cxn modelId="{727A6E61-888F-473A-BB17-57C666DBAFB0}" type="presOf" srcId="{EF3AAD4B-8D91-4014-A31B-9264022E10C8}" destId="{9A24B986-EE3E-46EC-8B84-5F0D46D37690}" srcOrd="0" destOrd="0" presId="urn:microsoft.com/office/officeart/2005/8/layout/chevron1"/>
    <dgm:cxn modelId="{D78A6E41-E8E4-447A-8504-689654C3360C}" type="presOf" srcId="{BAE410F7-A7DA-44DD-99A7-3FF70129E08B}" destId="{3C3FA7F6-4FC6-49E8-828C-07DC6CD5C2CB}" srcOrd="0" destOrd="0" presId="urn:microsoft.com/office/officeart/2005/8/layout/chevron1"/>
    <dgm:cxn modelId="{3E09CD53-820A-494D-A5EF-97B6120C6F46}" srcId="{CE0B8420-4853-458C-8D0A-A3B40C1F7886}" destId="{D68AE503-8A7B-408F-963D-EDFFB69F311C}" srcOrd="5" destOrd="0" parTransId="{8943529A-42B1-4A94-8C8D-344485764675}" sibTransId="{C1B3DC90-BCF7-4035-972C-3606D43592E4}"/>
    <dgm:cxn modelId="{7B3FEEA4-456B-446B-A4C8-0C0EBA7A2455}" type="presOf" srcId="{6164466D-BFD9-4CA2-B74D-84846DB5889A}" destId="{D6D9C2F3-3106-4F9C-A06A-D283A13E98D6}" srcOrd="0" destOrd="0" presId="urn:microsoft.com/office/officeart/2005/8/layout/chevron1"/>
    <dgm:cxn modelId="{718989B3-328F-4D17-9F4C-5A01DBEE4A5E}" type="presOf" srcId="{E9FFFE99-D789-4242-9692-C99CD725F23A}" destId="{B056F75F-C228-4336-B9CE-1A0484A8B280}" srcOrd="0" destOrd="0" presId="urn:microsoft.com/office/officeart/2005/8/layout/chevron1"/>
    <dgm:cxn modelId="{481736CA-255A-49B6-BB23-DC1FA6FD1274}" srcId="{CE0B8420-4853-458C-8D0A-A3B40C1F7886}" destId="{E9FFFE99-D789-4242-9692-C99CD725F23A}" srcOrd="0" destOrd="0" parTransId="{A1B293A6-3B91-4065-B236-7EE133C74A73}" sibTransId="{74C93BC8-BB28-4D9E-9DFD-66CFAC0E3FB0}"/>
    <dgm:cxn modelId="{5C7182CB-F10B-4749-8442-4744C8342918}" type="presOf" srcId="{A1DCB9D9-DAD4-4FB6-A849-125D7EA4D5C0}" destId="{81C20D2F-DEF9-4297-ADA5-539FF7B733B0}" srcOrd="0" destOrd="0" presId="urn:microsoft.com/office/officeart/2005/8/layout/chevron1"/>
    <dgm:cxn modelId="{C01F97CE-F6B2-4D23-9F83-790D5F66911E}" srcId="{CE0B8420-4853-458C-8D0A-A3B40C1F7886}" destId="{BAE410F7-A7DA-44DD-99A7-3FF70129E08B}" srcOrd="4" destOrd="0" parTransId="{62CD5429-7259-4895-9989-8E6422916A9C}" sibTransId="{82905D88-EA21-453C-8880-D507CB0034AB}"/>
    <dgm:cxn modelId="{738493D9-15AA-4BDB-8B3C-1D75A9A52CA4}" type="presOf" srcId="{1EE0189F-CD0D-44A2-869D-217A82F84075}" destId="{4AF867A3-B5B1-45C7-A4C2-EF6BA63CA14A}" srcOrd="0" destOrd="0" presId="urn:microsoft.com/office/officeart/2005/8/layout/chevron1"/>
    <dgm:cxn modelId="{3C08A9D9-CB50-422A-AFAE-DD3321A5C8BF}" srcId="{CE0B8420-4853-458C-8D0A-A3B40C1F7886}" destId="{A1DCB9D9-DAD4-4FB6-A849-125D7EA4D5C0}" srcOrd="1" destOrd="0" parTransId="{4D2C023D-1C89-4ACF-9A08-B0C2954E1787}" sibTransId="{A51BA144-D33B-46F4-A027-DD1EB529ED64}"/>
    <dgm:cxn modelId="{FC4AFFFC-7E95-4927-99E0-88C21F46CCC3}" srcId="{CE0B8420-4853-458C-8D0A-A3B40C1F7886}" destId="{1EE0189F-CD0D-44A2-869D-217A82F84075}" srcOrd="3" destOrd="0" parTransId="{5285FE44-B24C-44CB-BD93-6C812C52A985}" sibTransId="{B8E45EF6-2377-4E03-B463-387522539615}"/>
    <dgm:cxn modelId="{46BAF2FD-0BB9-4744-B2F6-A4500E4449F3}" srcId="{CE0B8420-4853-458C-8D0A-A3B40C1F7886}" destId="{EF3AAD4B-8D91-4014-A31B-9264022E10C8}" srcOrd="2" destOrd="0" parTransId="{4A3D79F3-842C-4A93-816D-E5F98641EAC1}" sibTransId="{D10ADB61-AC3B-4364-A41B-88CAA43AD65E}"/>
    <dgm:cxn modelId="{8327DFFF-13C1-4199-B6C6-82AB95963A12}" srcId="{CE0B8420-4853-458C-8D0A-A3B40C1F7886}" destId="{2073894B-EFF1-41DA-AA4B-838A2BDE5792}" srcOrd="8" destOrd="0" parTransId="{17B8DE33-3FD1-4A2E-B8EA-09583E74A49C}" sibTransId="{071BAEE0-E047-4CD3-9FA5-8218825371ED}"/>
    <dgm:cxn modelId="{452A341D-2644-4089-9D02-6EA2010DC15C}" type="presParOf" srcId="{19D4F881-7349-424E-8995-B840990A1B77}" destId="{B056F75F-C228-4336-B9CE-1A0484A8B280}" srcOrd="0" destOrd="0" presId="urn:microsoft.com/office/officeart/2005/8/layout/chevron1"/>
    <dgm:cxn modelId="{28BB289D-A1FB-44C7-AFB5-274CF260DF53}" type="presParOf" srcId="{19D4F881-7349-424E-8995-B840990A1B77}" destId="{994EC1DC-1B9E-41F2-AD02-F0E8F2776866}" srcOrd="1" destOrd="0" presId="urn:microsoft.com/office/officeart/2005/8/layout/chevron1"/>
    <dgm:cxn modelId="{35C46DD9-83DB-4447-BD64-D42182CA8398}" type="presParOf" srcId="{19D4F881-7349-424E-8995-B840990A1B77}" destId="{81C20D2F-DEF9-4297-ADA5-539FF7B733B0}" srcOrd="2" destOrd="0" presId="urn:microsoft.com/office/officeart/2005/8/layout/chevron1"/>
    <dgm:cxn modelId="{8FFD14B6-4CA5-4AFD-86DD-DE45C407F134}" type="presParOf" srcId="{19D4F881-7349-424E-8995-B840990A1B77}" destId="{ACFCA1AA-44B3-4AFD-90A7-A1EF61A46F10}" srcOrd="3" destOrd="0" presId="urn:microsoft.com/office/officeart/2005/8/layout/chevron1"/>
    <dgm:cxn modelId="{3A1403E8-10B8-4A43-AFD1-7EADB7491785}" type="presParOf" srcId="{19D4F881-7349-424E-8995-B840990A1B77}" destId="{9A24B986-EE3E-46EC-8B84-5F0D46D37690}" srcOrd="4" destOrd="0" presId="urn:microsoft.com/office/officeart/2005/8/layout/chevron1"/>
    <dgm:cxn modelId="{3D30736D-B85A-4A10-92B0-DACC816B1482}" type="presParOf" srcId="{19D4F881-7349-424E-8995-B840990A1B77}" destId="{7887AEE3-8B30-4985-9909-11AEA7A241D3}" srcOrd="5" destOrd="0" presId="urn:microsoft.com/office/officeart/2005/8/layout/chevron1"/>
    <dgm:cxn modelId="{AF1594B5-3889-4FFB-8135-8B0F20A271A6}" type="presParOf" srcId="{19D4F881-7349-424E-8995-B840990A1B77}" destId="{4AF867A3-B5B1-45C7-A4C2-EF6BA63CA14A}" srcOrd="6" destOrd="0" presId="urn:microsoft.com/office/officeart/2005/8/layout/chevron1"/>
    <dgm:cxn modelId="{E232675A-81A1-4ACB-AF7F-F91900E0B773}" type="presParOf" srcId="{19D4F881-7349-424E-8995-B840990A1B77}" destId="{74D0A903-D405-4470-BDCA-9150B88F2062}" srcOrd="7" destOrd="0" presId="urn:microsoft.com/office/officeart/2005/8/layout/chevron1"/>
    <dgm:cxn modelId="{E4A4E05E-F2B0-4969-8823-AB0B267BC0E8}" type="presParOf" srcId="{19D4F881-7349-424E-8995-B840990A1B77}" destId="{3C3FA7F6-4FC6-49E8-828C-07DC6CD5C2CB}" srcOrd="8" destOrd="0" presId="urn:microsoft.com/office/officeart/2005/8/layout/chevron1"/>
    <dgm:cxn modelId="{859A8AC3-1C40-4ADD-AD19-5756886AF96B}" type="presParOf" srcId="{19D4F881-7349-424E-8995-B840990A1B77}" destId="{3DC2A8A5-933A-4B03-9B61-9DB0ED8C571C}" srcOrd="9" destOrd="0" presId="urn:microsoft.com/office/officeart/2005/8/layout/chevron1"/>
    <dgm:cxn modelId="{4E316C59-A937-4103-B5E9-199CBB817457}" type="presParOf" srcId="{19D4F881-7349-424E-8995-B840990A1B77}" destId="{462D373A-295C-41BC-A65D-500E95454F94}" srcOrd="10" destOrd="0" presId="urn:microsoft.com/office/officeart/2005/8/layout/chevron1"/>
    <dgm:cxn modelId="{E33DB878-4F90-43C8-8F5E-739EEC604285}" type="presParOf" srcId="{19D4F881-7349-424E-8995-B840990A1B77}" destId="{3F05DABE-0752-44FF-8B7E-CB4EFF3BFDBE}" srcOrd="11" destOrd="0" presId="urn:microsoft.com/office/officeart/2005/8/layout/chevron1"/>
    <dgm:cxn modelId="{473267EE-B725-4DA4-91E0-0B99AC7D1D2E}" type="presParOf" srcId="{19D4F881-7349-424E-8995-B840990A1B77}" destId="{AF94FC29-E59C-499F-BEE9-EDF0155C6279}" srcOrd="12" destOrd="0" presId="urn:microsoft.com/office/officeart/2005/8/layout/chevron1"/>
    <dgm:cxn modelId="{BBFDCB45-5724-4B2A-8F3C-CE4923FBE94C}" type="presParOf" srcId="{19D4F881-7349-424E-8995-B840990A1B77}" destId="{6B8BA6AF-386D-427D-A267-B644063BE8F8}" srcOrd="13" destOrd="0" presId="urn:microsoft.com/office/officeart/2005/8/layout/chevron1"/>
    <dgm:cxn modelId="{0CDEE804-67D4-4F5C-83B8-CC0B4ECCE371}" type="presParOf" srcId="{19D4F881-7349-424E-8995-B840990A1B77}" destId="{D6D9C2F3-3106-4F9C-A06A-D283A13E98D6}" srcOrd="14" destOrd="0" presId="urn:microsoft.com/office/officeart/2005/8/layout/chevron1"/>
    <dgm:cxn modelId="{DC618D52-20C6-47DD-A31F-83AC58B15E85}" type="presParOf" srcId="{19D4F881-7349-424E-8995-B840990A1B77}" destId="{E534F4DF-E6D5-4B88-941E-5B55E0E2474A}" srcOrd="15" destOrd="0" presId="urn:microsoft.com/office/officeart/2005/8/layout/chevron1"/>
    <dgm:cxn modelId="{6E33FE78-C7E3-49FD-8824-60D6CCA46BEA}" type="presParOf" srcId="{19D4F881-7349-424E-8995-B840990A1B77}" destId="{72CD02F3-5915-4B55-8FEA-B598F868B423}"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CBCB4B-2787-47C9-8436-A396F17237D6}" type="doc">
      <dgm:prSet loTypeId="urn:microsoft.com/office/officeart/2005/8/layout/hProcess9" loCatId="process" qsTypeId="urn:microsoft.com/office/officeart/2005/8/quickstyle/simple2" qsCatId="simple" csTypeId="urn:microsoft.com/office/officeart/2005/8/colors/accent1_2" csCatId="accent1" phldr="1"/>
      <dgm:spPr/>
    </dgm:pt>
    <dgm:pt modelId="{E5C89B63-11FE-4DDD-9827-254041239074}">
      <dgm:prSet phldrT="[Text]"/>
      <dgm:spPr/>
      <dgm:t>
        <a:bodyPr/>
        <a:lstStyle/>
        <a:p>
          <a:r>
            <a:rPr lang="en-US"/>
            <a:t>i.e. Cross Cloud Failover/Failback</a:t>
          </a:r>
        </a:p>
      </dgm:t>
    </dgm:pt>
    <dgm:pt modelId="{379586CF-EEE6-4F4F-BD79-B8D6F0E3D44E}" type="parTrans" cxnId="{21F0B5A5-E7F5-4954-9EED-1FF22615814F}">
      <dgm:prSet/>
      <dgm:spPr/>
      <dgm:t>
        <a:bodyPr/>
        <a:lstStyle/>
        <a:p>
          <a:endParaRPr lang="en-US"/>
        </a:p>
      </dgm:t>
    </dgm:pt>
    <dgm:pt modelId="{09C6431A-7018-4DAF-AE34-B621EFF48F3E}" type="sibTrans" cxnId="{21F0B5A5-E7F5-4954-9EED-1FF22615814F}">
      <dgm:prSet/>
      <dgm:spPr/>
      <dgm:t>
        <a:bodyPr/>
        <a:lstStyle/>
        <a:p>
          <a:endParaRPr lang="en-US"/>
        </a:p>
      </dgm:t>
    </dgm:pt>
    <dgm:pt modelId="{E2DAB98F-363D-4F0B-B30E-13BE14A61C56}">
      <dgm:prSet phldrT="[Text]"/>
      <dgm:spPr/>
      <dgm:t>
        <a:bodyPr/>
        <a:lstStyle/>
        <a:p>
          <a:r>
            <a:rPr lang="en-US"/>
            <a:t>?</a:t>
          </a:r>
        </a:p>
      </dgm:t>
    </dgm:pt>
    <dgm:pt modelId="{301978A9-CCF8-41AB-BED6-CD12D8E9A619}" type="parTrans" cxnId="{1FFF11BA-D0A9-452B-8BC7-E2914BA740AE}">
      <dgm:prSet/>
      <dgm:spPr/>
      <dgm:t>
        <a:bodyPr/>
        <a:lstStyle/>
        <a:p>
          <a:endParaRPr lang="en-US"/>
        </a:p>
      </dgm:t>
    </dgm:pt>
    <dgm:pt modelId="{5EF1561B-C89A-4643-B6DD-8CBC49A35335}" type="sibTrans" cxnId="{1FFF11BA-D0A9-452B-8BC7-E2914BA740AE}">
      <dgm:prSet/>
      <dgm:spPr/>
      <dgm:t>
        <a:bodyPr/>
        <a:lstStyle/>
        <a:p>
          <a:endParaRPr lang="en-US"/>
        </a:p>
      </dgm:t>
    </dgm:pt>
    <dgm:pt modelId="{C8F9BA41-D7D9-4A93-A9C5-C4FDB5D4AF3C}">
      <dgm:prSet phldrT="[Text]"/>
      <dgm:spPr/>
      <dgm:t>
        <a:bodyPr/>
        <a:lstStyle/>
        <a:p>
          <a:r>
            <a:rPr lang="en-US"/>
            <a:t>?</a:t>
          </a:r>
        </a:p>
      </dgm:t>
    </dgm:pt>
    <dgm:pt modelId="{C52A6A98-25F0-42E6-ABD6-75ED03C370C4}" type="parTrans" cxnId="{4DCCBD04-D608-499F-9605-CCC4336A28BE}">
      <dgm:prSet/>
      <dgm:spPr/>
      <dgm:t>
        <a:bodyPr/>
        <a:lstStyle/>
        <a:p>
          <a:endParaRPr lang="en-US"/>
        </a:p>
      </dgm:t>
    </dgm:pt>
    <dgm:pt modelId="{E7D66C7F-8E98-4232-99F5-51253877BF60}" type="sibTrans" cxnId="{4DCCBD04-D608-499F-9605-CCC4336A28BE}">
      <dgm:prSet/>
      <dgm:spPr/>
      <dgm:t>
        <a:bodyPr/>
        <a:lstStyle/>
        <a:p>
          <a:endParaRPr lang="en-US"/>
        </a:p>
      </dgm:t>
    </dgm:pt>
    <dgm:pt modelId="{EF31CE70-96B0-4A25-9FE3-FC280847594C}" type="pres">
      <dgm:prSet presAssocID="{E4CBCB4B-2787-47C9-8436-A396F17237D6}" presName="CompostProcess" presStyleCnt="0">
        <dgm:presLayoutVars>
          <dgm:dir/>
          <dgm:resizeHandles val="exact"/>
        </dgm:presLayoutVars>
      </dgm:prSet>
      <dgm:spPr/>
    </dgm:pt>
    <dgm:pt modelId="{670D0597-0C04-4EE1-B621-42C63CC30341}" type="pres">
      <dgm:prSet presAssocID="{E4CBCB4B-2787-47C9-8436-A396F17237D6}" presName="arrow" presStyleLbl="bgShp" presStyleIdx="0" presStyleCnt="1"/>
      <dgm:spPr/>
    </dgm:pt>
    <dgm:pt modelId="{AAE1A703-19CE-4267-9989-976799991DB1}" type="pres">
      <dgm:prSet presAssocID="{E4CBCB4B-2787-47C9-8436-A396F17237D6}" presName="linearProcess" presStyleCnt="0"/>
      <dgm:spPr/>
    </dgm:pt>
    <dgm:pt modelId="{BFF05C59-A6BF-4729-A10D-C35EF4092F3A}" type="pres">
      <dgm:prSet presAssocID="{E5C89B63-11FE-4DDD-9827-254041239074}" presName="textNode" presStyleLbl="node1" presStyleIdx="0" presStyleCnt="3">
        <dgm:presLayoutVars>
          <dgm:bulletEnabled val="1"/>
        </dgm:presLayoutVars>
      </dgm:prSet>
      <dgm:spPr/>
    </dgm:pt>
    <dgm:pt modelId="{1019F9D3-576E-486B-B7AF-345414C32EE6}" type="pres">
      <dgm:prSet presAssocID="{09C6431A-7018-4DAF-AE34-B621EFF48F3E}" presName="sibTrans" presStyleCnt="0"/>
      <dgm:spPr/>
    </dgm:pt>
    <dgm:pt modelId="{70E27EDE-32D8-40A8-9A6B-C70D4EF238D4}" type="pres">
      <dgm:prSet presAssocID="{E2DAB98F-363D-4F0B-B30E-13BE14A61C56}" presName="textNode" presStyleLbl="node1" presStyleIdx="1" presStyleCnt="3">
        <dgm:presLayoutVars>
          <dgm:bulletEnabled val="1"/>
        </dgm:presLayoutVars>
      </dgm:prSet>
      <dgm:spPr/>
    </dgm:pt>
    <dgm:pt modelId="{24C6EB33-81FD-4506-B412-FFC5DC4B1C09}" type="pres">
      <dgm:prSet presAssocID="{5EF1561B-C89A-4643-B6DD-8CBC49A35335}" presName="sibTrans" presStyleCnt="0"/>
      <dgm:spPr/>
    </dgm:pt>
    <dgm:pt modelId="{A79DE072-D438-4106-9962-337337333D25}" type="pres">
      <dgm:prSet presAssocID="{C8F9BA41-D7D9-4A93-A9C5-C4FDB5D4AF3C}" presName="textNode" presStyleLbl="node1" presStyleIdx="2" presStyleCnt="3">
        <dgm:presLayoutVars>
          <dgm:bulletEnabled val="1"/>
        </dgm:presLayoutVars>
      </dgm:prSet>
      <dgm:spPr/>
    </dgm:pt>
  </dgm:ptLst>
  <dgm:cxnLst>
    <dgm:cxn modelId="{4DCCBD04-D608-499F-9605-CCC4336A28BE}" srcId="{E4CBCB4B-2787-47C9-8436-A396F17237D6}" destId="{C8F9BA41-D7D9-4A93-A9C5-C4FDB5D4AF3C}" srcOrd="2" destOrd="0" parTransId="{C52A6A98-25F0-42E6-ABD6-75ED03C370C4}" sibTransId="{E7D66C7F-8E98-4232-99F5-51253877BF60}"/>
    <dgm:cxn modelId="{5331AB0D-46D7-45A1-8CC1-3D794C8BFA8F}" type="presOf" srcId="{C8F9BA41-D7D9-4A93-A9C5-C4FDB5D4AF3C}" destId="{A79DE072-D438-4106-9962-337337333D25}" srcOrd="0" destOrd="0" presId="urn:microsoft.com/office/officeart/2005/8/layout/hProcess9"/>
    <dgm:cxn modelId="{0E17CA79-12DC-4422-B17D-30E571B2FA74}" type="presOf" srcId="{E2DAB98F-363D-4F0B-B30E-13BE14A61C56}" destId="{70E27EDE-32D8-40A8-9A6B-C70D4EF238D4}" srcOrd="0" destOrd="0" presId="urn:microsoft.com/office/officeart/2005/8/layout/hProcess9"/>
    <dgm:cxn modelId="{846BF69C-45FB-4E54-80D8-9BF6C56AC529}" type="presOf" srcId="{E5C89B63-11FE-4DDD-9827-254041239074}" destId="{BFF05C59-A6BF-4729-A10D-C35EF4092F3A}" srcOrd="0" destOrd="0" presId="urn:microsoft.com/office/officeart/2005/8/layout/hProcess9"/>
    <dgm:cxn modelId="{21F0B5A5-E7F5-4954-9EED-1FF22615814F}" srcId="{E4CBCB4B-2787-47C9-8436-A396F17237D6}" destId="{E5C89B63-11FE-4DDD-9827-254041239074}" srcOrd="0" destOrd="0" parTransId="{379586CF-EEE6-4F4F-BD79-B8D6F0E3D44E}" sibTransId="{09C6431A-7018-4DAF-AE34-B621EFF48F3E}"/>
    <dgm:cxn modelId="{1FFF11BA-D0A9-452B-8BC7-E2914BA740AE}" srcId="{E4CBCB4B-2787-47C9-8436-A396F17237D6}" destId="{E2DAB98F-363D-4F0B-B30E-13BE14A61C56}" srcOrd="1" destOrd="0" parTransId="{301978A9-CCF8-41AB-BED6-CD12D8E9A619}" sibTransId="{5EF1561B-C89A-4643-B6DD-8CBC49A35335}"/>
    <dgm:cxn modelId="{E4FF31F3-9393-446E-86BC-BC642C5DD33E}" type="presOf" srcId="{E4CBCB4B-2787-47C9-8436-A396F17237D6}" destId="{EF31CE70-96B0-4A25-9FE3-FC280847594C}" srcOrd="0" destOrd="0" presId="urn:microsoft.com/office/officeart/2005/8/layout/hProcess9"/>
    <dgm:cxn modelId="{617DD4E2-1622-4132-94D7-0FCC68725DB9}" type="presParOf" srcId="{EF31CE70-96B0-4A25-9FE3-FC280847594C}" destId="{670D0597-0C04-4EE1-B621-42C63CC30341}" srcOrd="0" destOrd="0" presId="urn:microsoft.com/office/officeart/2005/8/layout/hProcess9"/>
    <dgm:cxn modelId="{6A606AF2-C7BA-474F-858F-6669E3FF54A4}" type="presParOf" srcId="{EF31CE70-96B0-4A25-9FE3-FC280847594C}" destId="{AAE1A703-19CE-4267-9989-976799991DB1}" srcOrd="1" destOrd="0" presId="urn:microsoft.com/office/officeart/2005/8/layout/hProcess9"/>
    <dgm:cxn modelId="{4987510C-6033-4377-8245-0D2BE33CC225}" type="presParOf" srcId="{AAE1A703-19CE-4267-9989-976799991DB1}" destId="{BFF05C59-A6BF-4729-A10D-C35EF4092F3A}" srcOrd="0" destOrd="0" presId="urn:microsoft.com/office/officeart/2005/8/layout/hProcess9"/>
    <dgm:cxn modelId="{92252B8F-A552-46B6-947B-2950C1E3CC46}" type="presParOf" srcId="{AAE1A703-19CE-4267-9989-976799991DB1}" destId="{1019F9D3-576E-486B-B7AF-345414C32EE6}" srcOrd="1" destOrd="0" presId="urn:microsoft.com/office/officeart/2005/8/layout/hProcess9"/>
    <dgm:cxn modelId="{C501F24F-995F-4EBA-BE2A-FDF6A887C9FA}" type="presParOf" srcId="{AAE1A703-19CE-4267-9989-976799991DB1}" destId="{70E27EDE-32D8-40A8-9A6B-C70D4EF238D4}" srcOrd="2" destOrd="0" presId="urn:microsoft.com/office/officeart/2005/8/layout/hProcess9"/>
    <dgm:cxn modelId="{A79EEA56-F13D-4186-91DA-93133D817842}" type="presParOf" srcId="{AAE1A703-19CE-4267-9989-976799991DB1}" destId="{24C6EB33-81FD-4506-B412-FFC5DC4B1C09}" srcOrd="3" destOrd="0" presId="urn:microsoft.com/office/officeart/2005/8/layout/hProcess9"/>
    <dgm:cxn modelId="{6C10CA1A-6398-4E85-8E00-EDF5C7D78CB3}" type="presParOf" srcId="{AAE1A703-19CE-4267-9989-976799991DB1}" destId="{A79DE072-D438-4106-9962-337337333D25}"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B9A4A-46CF-4205-A8FA-602935BFB754}">
      <dsp:nvSpPr>
        <dsp:cNvPr id="0" name=""/>
        <dsp:cNvSpPr/>
      </dsp:nvSpPr>
      <dsp:spPr>
        <a:xfrm>
          <a:off x="2510234" y="327"/>
          <a:ext cx="1726406" cy="1726406"/>
        </a:xfrm>
        <a:prstGeom prst="ellipse">
          <a:avLst/>
        </a:prstGeom>
        <a:solidFill>
          <a:schemeClr val="accent1">
            <a:shade val="80000"/>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95010" tIns="21590" rIns="95010" bIns="21590" numCol="1" spcCol="1270" anchor="ctr" anchorCtr="0">
          <a:noAutofit/>
        </a:bodyPr>
        <a:lstStyle/>
        <a:p>
          <a:pPr marL="0" lvl="0" indent="0" algn="ctr" defTabSz="755650">
            <a:lnSpc>
              <a:spcPct val="90000"/>
            </a:lnSpc>
            <a:spcBef>
              <a:spcPct val="0"/>
            </a:spcBef>
            <a:spcAft>
              <a:spcPct val="35000"/>
            </a:spcAft>
            <a:buNone/>
          </a:pPr>
          <a:r>
            <a:rPr lang="en-US" sz="1700" kern="1200">
              <a:solidFill>
                <a:schemeClr val="bg1"/>
              </a:solidFill>
            </a:rPr>
            <a:t>Application 1</a:t>
          </a:r>
        </a:p>
      </dsp:txBody>
      <dsp:txXfrm>
        <a:off x="2763060" y="253153"/>
        <a:ext cx="1220754" cy="1220754"/>
      </dsp:txXfrm>
    </dsp:sp>
    <dsp:sp modelId="{BE84B8EF-25AE-4732-AAFF-91E79E45F412}">
      <dsp:nvSpPr>
        <dsp:cNvPr id="0" name=""/>
        <dsp:cNvSpPr/>
      </dsp:nvSpPr>
      <dsp:spPr>
        <a:xfrm>
          <a:off x="3891359" y="327"/>
          <a:ext cx="1726406" cy="1726406"/>
        </a:xfrm>
        <a:prstGeom prst="ellipse">
          <a:avLst/>
        </a:prstGeom>
        <a:solidFill>
          <a:schemeClr val="accent1">
            <a:shade val="80000"/>
            <a:alpha val="50000"/>
            <a:hueOff val="-9493"/>
            <a:satOff val="0"/>
            <a:lumOff val="3639"/>
            <a:alphaOff val="30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95010" tIns="21590" rIns="95010" bIns="21590" numCol="1" spcCol="1270" anchor="ctr" anchorCtr="0">
          <a:noAutofit/>
        </a:bodyPr>
        <a:lstStyle/>
        <a:p>
          <a:pPr marL="0" lvl="0" indent="0" algn="ctr" defTabSz="755650">
            <a:lnSpc>
              <a:spcPct val="90000"/>
            </a:lnSpc>
            <a:spcBef>
              <a:spcPct val="0"/>
            </a:spcBef>
            <a:spcAft>
              <a:spcPct val="35000"/>
            </a:spcAft>
            <a:buNone/>
          </a:pPr>
          <a:r>
            <a:rPr lang="en-US" sz="1700" kern="1200">
              <a:solidFill>
                <a:schemeClr val="bg1"/>
              </a:solidFill>
            </a:rPr>
            <a:t>Application 2</a:t>
          </a:r>
        </a:p>
      </dsp:txBody>
      <dsp:txXfrm>
        <a:off x="4144185" y="253153"/>
        <a:ext cx="1220754" cy="12207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6F75F-C228-4336-B9CE-1A0484A8B280}">
      <dsp:nvSpPr>
        <dsp:cNvPr id="0" name=""/>
        <dsp:cNvSpPr/>
      </dsp:nvSpPr>
      <dsp:spPr>
        <a:xfrm>
          <a:off x="134"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Identify 3 Dates and Confirm Resources</a:t>
          </a:r>
        </a:p>
      </dsp:txBody>
      <dsp:txXfrm>
        <a:off x="268708" y="1116742"/>
        <a:ext cx="805721" cy="537147"/>
      </dsp:txXfrm>
    </dsp:sp>
    <dsp:sp modelId="{81C20D2F-DEF9-4297-ADA5-539FF7B733B0}">
      <dsp:nvSpPr>
        <dsp:cNvPr id="0" name=""/>
        <dsp:cNvSpPr/>
      </dsp:nvSpPr>
      <dsp:spPr>
        <a:xfrm>
          <a:off x="1208716"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Complete DR Design</a:t>
          </a:r>
        </a:p>
      </dsp:txBody>
      <dsp:txXfrm>
        <a:off x="1477290" y="1116742"/>
        <a:ext cx="805721" cy="537147"/>
      </dsp:txXfrm>
    </dsp:sp>
    <dsp:sp modelId="{9A24B986-EE3E-46EC-8B84-5F0D46D37690}">
      <dsp:nvSpPr>
        <dsp:cNvPr id="0" name=""/>
        <dsp:cNvSpPr/>
      </dsp:nvSpPr>
      <dsp:spPr>
        <a:xfrm>
          <a:off x="2417298"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Complete DR Documentation</a:t>
          </a:r>
        </a:p>
      </dsp:txBody>
      <dsp:txXfrm>
        <a:off x="2685872" y="1116742"/>
        <a:ext cx="805721" cy="537147"/>
      </dsp:txXfrm>
    </dsp:sp>
    <dsp:sp modelId="{4AF867A3-B5B1-45C7-A4C2-EF6BA63CA14A}">
      <dsp:nvSpPr>
        <dsp:cNvPr id="0" name=""/>
        <dsp:cNvSpPr/>
      </dsp:nvSpPr>
      <dsp:spPr>
        <a:xfrm>
          <a:off x="3625880"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Standup Infrastructure</a:t>
          </a:r>
        </a:p>
      </dsp:txBody>
      <dsp:txXfrm>
        <a:off x="3894454" y="1116742"/>
        <a:ext cx="805721" cy="537147"/>
      </dsp:txXfrm>
    </dsp:sp>
    <dsp:sp modelId="{3C3FA7F6-4FC6-49E8-828C-07DC6CD5C2CB}">
      <dsp:nvSpPr>
        <dsp:cNvPr id="0" name=""/>
        <dsp:cNvSpPr/>
      </dsp:nvSpPr>
      <dsp:spPr>
        <a:xfrm>
          <a:off x="4834462"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Complete Prep Tasks</a:t>
          </a:r>
        </a:p>
      </dsp:txBody>
      <dsp:txXfrm>
        <a:off x="5103036" y="1116742"/>
        <a:ext cx="805721" cy="537147"/>
      </dsp:txXfrm>
    </dsp:sp>
    <dsp:sp modelId="{462D373A-295C-41BC-A65D-500E95454F94}">
      <dsp:nvSpPr>
        <dsp:cNvPr id="0" name=""/>
        <dsp:cNvSpPr/>
      </dsp:nvSpPr>
      <dsp:spPr>
        <a:xfrm>
          <a:off x="6043044"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Conduct Tabletop Exercise</a:t>
          </a:r>
        </a:p>
      </dsp:txBody>
      <dsp:txXfrm>
        <a:off x="6311618" y="1116742"/>
        <a:ext cx="805721" cy="537147"/>
      </dsp:txXfrm>
    </dsp:sp>
    <dsp:sp modelId="{AF94FC29-E59C-499F-BEE9-EDF0155C6279}">
      <dsp:nvSpPr>
        <dsp:cNvPr id="0" name=""/>
        <dsp:cNvSpPr/>
      </dsp:nvSpPr>
      <dsp:spPr>
        <a:xfrm>
          <a:off x="7251626"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Go-No Go Meeting</a:t>
          </a:r>
        </a:p>
      </dsp:txBody>
      <dsp:txXfrm>
        <a:off x="7520200" y="1116742"/>
        <a:ext cx="805721" cy="537147"/>
      </dsp:txXfrm>
    </dsp:sp>
    <dsp:sp modelId="{D6D9C2F3-3106-4F9C-A06A-D283A13E98D6}">
      <dsp:nvSpPr>
        <dsp:cNvPr id="0" name=""/>
        <dsp:cNvSpPr/>
      </dsp:nvSpPr>
      <dsp:spPr>
        <a:xfrm>
          <a:off x="8460208"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Conduct DR Exercises</a:t>
          </a:r>
        </a:p>
      </dsp:txBody>
      <dsp:txXfrm>
        <a:off x="8728782" y="1116742"/>
        <a:ext cx="805721" cy="537147"/>
      </dsp:txXfrm>
    </dsp:sp>
    <dsp:sp modelId="{72CD02F3-5915-4B55-8FEA-B598F868B423}">
      <dsp:nvSpPr>
        <dsp:cNvPr id="0" name=""/>
        <dsp:cNvSpPr/>
      </dsp:nvSpPr>
      <dsp:spPr>
        <a:xfrm>
          <a:off x="9668790" y="1116742"/>
          <a:ext cx="1342868" cy="53714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en-US" sz="900" kern="1200"/>
            <a:t>Submit Post Exercise Report</a:t>
          </a:r>
        </a:p>
      </dsp:txBody>
      <dsp:txXfrm>
        <a:off x="9937364" y="1116742"/>
        <a:ext cx="805721" cy="5371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D0597-0C04-4EE1-B621-42C63CC30341}">
      <dsp:nvSpPr>
        <dsp:cNvPr id="0" name=""/>
        <dsp:cNvSpPr/>
      </dsp:nvSpPr>
      <dsp:spPr>
        <a:xfrm>
          <a:off x="793554" y="0"/>
          <a:ext cx="8993617" cy="2448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F05C59-A6BF-4729-A10D-C35EF4092F3A}">
      <dsp:nvSpPr>
        <dsp:cNvPr id="0" name=""/>
        <dsp:cNvSpPr/>
      </dsp:nvSpPr>
      <dsp:spPr>
        <a:xfrm>
          <a:off x="358546" y="734484"/>
          <a:ext cx="3174218" cy="979312"/>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i.e. Cross Cloud Failover/Failback</a:t>
          </a:r>
        </a:p>
      </dsp:txBody>
      <dsp:txXfrm>
        <a:off x="406352" y="782290"/>
        <a:ext cx="3078606" cy="883700"/>
      </dsp:txXfrm>
    </dsp:sp>
    <dsp:sp modelId="{70E27EDE-32D8-40A8-9A6B-C70D4EF238D4}">
      <dsp:nvSpPr>
        <dsp:cNvPr id="0" name=""/>
        <dsp:cNvSpPr/>
      </dsp:nvSpPr>
      <dsp:spPr>
        <a:xfrm>
          <a:off x="3703254" y="734484"/>
          <a:ext cx="3174218" cy="979312"/>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t>
          </a:r>
        </a:p>
      </dsp:txBody>
      <dsp:txXfrm>
        <a:off x="3751060" y="782290"/>
        <a:ext cx="3078606" cy="883700"/>
      </dsp:txXfrm>
    </dsp:sp>
    <dsp:sp modelId="{A79DE072-D438-4106-9962-337337333D25}">
      <dsp:nvSpPr>
        <dsp:cNvPr id="0" name=""/>
        <dsp:cNvSpPr/>
      </dsp:nvSpPr>
      <dsp:spPr>
        <a:xfrm>
          <a:off x="7047962" y="734484"/>
          <a:ext cx="3174218" cy="979312"/>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t>
          </a:r>
        </a:p>
      </dsp:txBody>
      <dsp:txXfrm>
        <a:off x="7095768" y="782290"/>
        <a:ext cx="3078606" cy="883700"/>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821260DC-9FAC-44B0-BD4E-196CC9C07A3A}" type="datetimeFigureOut">
              <a:rPr lang="en-US" smtClean="0"/>
              <a:t>3/18/2026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867E2660-DFC3-4BE1-BDDC-6760E2223A96}" type="slidenum">
              <a:rPr lang="en-US" smtClean="0"/>
              <a:t>‹#›</a:t>
            </a:fld>
            <a:endParaRPr lang="en-US"/>
          </a:p>
        </p:txBody>
      </p:sp>
    </p:spTree>
    <p:extLst>
      <p:ext uri="{BB962C8B-B14F-4D97-AF65-F5344CB8AC3E}">
        <p14:creationId xmlns:p14="http://schemas.microsoft.com/office/powerpoint/2010/main" val="2023925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5F891A4-0581-450A-B37B-35BB0AD7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3</a:t>
            </a:fld>
            <a:endParaRPr lang="en-US" altLang="en-US" sz="1200"/>
          </a:p>
        </p:txBody>
      </p:sp>
      <p:sp>
        <p:nvSpPr>
          <p:cNvPr id="88067" name="Slide Image Placeholder 1">
            <a:extLst>
              <a:ext uri="{FF2B5EF4-FFF2-40B4-BE49-F238E27FC236}">
                <a16:creationId xmlns:a16="http://schemas.microsoft.com/office/drawing/2014/main" id="{EB9F5D23-5401-4E67-A389-7195D12EDFED}"/>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016D1329-B135-4DFD-BB94-7D9D994778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1E89AAA-D6CF-4A3C-83B6-61FCA7CE525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3</a:t>
            </a:fld>
            <a:endParaRPr lang="en-US" altLang="en-US" sz="1200"/>
          </a:p>
        </p:txBody>
      </p:sp>
    </p:spTree>
    <p:extLst>
      <p:ext uri="{BB962C8B-B14F-4D97-AF65-F5344CB8AC3E}">
        <p14:creationId xmlns:p14="http://schemas.microsoft.com/office/powerpoint/2010/main" val="2839024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5F891A4-0581-450A-B37B-35BB0AD7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4</a:t>
            </a:fld>
            <a:endParaRPr lang="en-US" altLang="en-US" sz="1200"/>
          </a:p>
        </p:txBody>
      </p:sp>
      <p:sp>
        <p:nvSpPr>
          <p:cNvPr id="88067" name="Slide Image Placeholder 1">
            <a:extLst>
              <a:ext uri="{FF2B5EF4-FFF2-40B4-BE49-F238E27FC236}">
                <a16:creationId xmlns:a16="http://schemas.microsoft.com/office/drawing/2014/main" id="{EB9F5D23-5401-4E67-A389-7195D12EDFED}"/>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016D1329-B135-4DFD-BB94-7D9D994778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1E89AAA-D6CF-4A3C-83B6-61FCA7CE525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4</a:t>
            </a:fld>
            <a:endParaRPr lang="en-US" altLang="en-US" sz="1200"/>
          </a:p>
        </p:txBody>
      </p:sp>
    </p:spTree>
    <p:extLst>
      <p:ext uri="{BB962C8B-B14F-4D97-AF65-F5344CB8AC3E}">
        <p14:creationId xmlns:p14="http://schemas.microsoft.com/office/powerpoint/2010/main" val="3390895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A281-4822-C048-9E2B-60450A587FDD}"/>
            </a:ext>
          </a:extLst>
        </p:cNvPr>
        <p:cNvGrpSpPr/>
        <p:nvPr/>
      </p:nvGrpSpPr>
      <p:grpSpPr>
        <a:xfrm>
          <a:off x="0" y="0"/>
          <a:ext cx="0" cy="0"/>
          <a:chOff x="0" y="0"/>
          <a:chExt cx="0" cy="0"/>
        </a:xfrm>
      </p:grpSpPr>
      <p:sp>
        <p:nvSpPr>
          <p:cNvPr id="88066" name="Rectangle 7">
            <a:extLst>
              <a:ext uri="{FF2B5EF4-FFF2-40B4-BE49-F238E27FC236}">
                <a16:creationId xmlns:a16="http://schemas.microsoft.com/office/drawing/2014/main" id="{2CAD4F85-7237-0AB1-9F1C-C80B933F5A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5</a:t>
            </a:fld>
            <a:endParaRPr lang="en-US" altLang="en-US" sz="1200"/>
          </a:p>
        </p:txBody>
      </p:sp>
      <p:sp>
        <p:nvSpPr>
          <p:cNvPr id="88067" name="Slide Image Placeholder 1">
            <a:extLst>
              <a:ext uri="{FF2B5EF4-FFF2-40B4-BE49-F238E27FC236}">
                <a16:creationId xmlns:a16="http://schemas.microsoft.com/office/drawing/2014/main" id="{BF1116EF-C5E2-09A8-7FAD-E75A24EA7E68}"/>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BE549050-7007-7EA9-C8A4-9D4CD28249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C1A9B829-78EF-61D7-7B98-3E56DBAFF02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5</a:t>
            </a:fld>
            <a:endParaRPr lang="en-US" altLang="en-US" sz="1200"/>
          </a:p>
        </p:txBody>
      </p:sp>
    </p:spTree>
    <p:extLst>
      <p:ext uri="{BB962C8B-B14F-4D97-AF65-F5344CB8AC3E}">
        <p14:creationId xmlns:p14="http://schemas.microsoft.com/office/powerpoint/2010/main" val="1619275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84E37-FDE9-18E8-F085-966AA434AD20}"/>
            </a:ext>
          </a:extLst>
        </p:cNvPr>
        <p:cNvGrpSpPr/>
        <p:nvPr/>
      </p:nvGrpSpPr>
      <p:grpSpPr>
        <a:xfrm>
          <a:off x="0" y="0"/>
          <a:ext cx="0" cy="0"/>
          <a:chOff x="0" y="0"/>
          <a:chExt cx="0" cy="0"/>
        </a:xfrm>
      </p:grpSpPr>
      <p:sp>
        <p:nvSpPr>
          <p:cNvPr id="88066" name="Rectangle 7">
            <a:extLst>
              <a:ext uri="{FF2B5EF4-FFF2-40B4-BE49-F238E27FC236}">
                <a16:creationId xmlns:a16="http://schemas.microsoft.com/office/drawing/2014/main" id="{075DD07E-E7B1-3E4A-E751-0170F6CB55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6</a:t>
            </a:fld>
            <a:endParaRPr lang="en-US" altLang="en-US" sz="1200"/>
          </a:p>
        </p:txBody>
      </p:sp>
      <p:sp>
        <p:nvSpPr>
          <p:cNvPr id="88067" name="Slide Image Placeholder 1">
            <a:extLst>
              <a:ext uri="{FF2B5EF4-FFF2-40B4-BE49-F238E27FC236}">
                <a16:creationId xmlns:a16="http://schemas.microsoft.com/office/drawing/2014/main" id="{3C3AFA53-0080-1D93-D733-66E7A0BA7DF1}"/>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D50BD27C-577F-8F1D-5BF5-D035F438A3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171D3A5E-58F9-B385-ABB0-A93C00032BAE}"/>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6</a:t>
            </a:fld>
            <a:endParaRPr lang="en-US" altLang="en-US" sz="1200"/>
          </a:p>
        </p:txBody>
      </p:sp>
    </p:spTree>
    <p:extLst>
      <p:ext uri="{BB962C8B-B14F-4D97-AF65-F5344CB8AC3E}">
        <p14:creationId xmlns:p14="http://schemas.microsoft.com/office/powerpoint/2010/main" val="4188809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5F891A4-0581-450A-B37B-35BB0AD7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7</a:t>
            </a:fld>
            <a:endParaRPr lang="en-US" altLang="en-US" sz="1200"/>
          </a:p>
        </p:txBody>
      </p:sp>
      <p:sp>
        <p:nvSpPr>
          <p:cNvPr id="88067" name="Slide Image Placeholder 1">
            <a:extLst>
              <a:ext uri="{FF2B5EF4-FFF2-40B4-BE49-F238E27FC236}">
                <a16:creationId xmlns:a16="http://schemas.microsoft.com/office/drawing/2014/main" id="{EB9F5D23-5401-4E67-A389-7195D12EDFED}"/>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016D1329-B135-4DFD-BB94-7D9D994778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1E89AAA-D6CF-4A3C-83B6-61FCA7CE525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7</a:t>
            </a:fld>
            <a:endParaRPr lang="en-US" altLang="en-US" sz="1200"/>
          </a:p>
        </p:txBody>
      </p:sp>
    </p:spTree>
    <p:extLst>
      <p:ext uri="{BB962C8B-B14F-4D97-AF65-F5344CB8AC3E}">
        <p14:creationId xmlns:p14="http://schemas.microsoft.com/office/powerpoint/2010/main" val="3146857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5F891A4-0581-450A-B37B-35BB0AD7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8</a:t>
            </a:fld>
            <a:endParaRPr lang="en-US" altLang="en-US" sz="1200"/>
          </a:p>
        </p:txBody>
      </p:sp>
      <p:sp>
        <p:nvSpPr>
          <p:cNvPr id="88067" name="Slide Image Placeholder 1">
            <a:extLst>
              <a:ext uri="{FF2B5EF4-FFF2-40B4-BE49-F238E27FC236}">
                <a16:creationId xmlns:a16="http://schemas.microsoft.com/office/drawing/2014/main" id="{EB9F5D23-5401-4E67-A389-7195D12EDFED}"/>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016D1329-B135-4DFD-BB94-7D9D994778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1E89AAA-D6CF-4A3C-83B6-61FCA7CE525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8</a:t>
            </a:fld>
            <a:endParaRPr lang="en-US" altLang="en-US" sz="1200"/>
          </a:p>
        </p:txBody>
      </p:sp>
    </p:spTree>
    <p:extLst>
      <p:ext uri="{BB962C8B-B14F-4D97-AF65-F5344CB8AC3E}">
        <p14:creationId xmlns:p14="http://schemas.microsoft.com/office/powerpoint/2010/main" val="4094417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5F891A4-0581-450A-B37B-35BB0AD7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9</a:t>
            </a:fld>
            <a:endParaRPr lang="en-US" altLang="en-US" sz="1200"/>
          </a:p>
        </p:txBody>
      </p:sp>
      <p:sp>
        <p:nvSpPr>
          <p:cNvPr id="88067" name="Slide Image Placeholder 1">
            <a:extLst>
              <a:ext uri="{FF2B5EF4-FFF2-40B4-BE49-F238E27FC236}">
                <a16:creationId xmlns:a16="http://schemas.microsoft.com/office/drawing/2014/main" id="{EB9F5D23-5401-4E67-A389-7195D12EDFED}"/>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016D1329-B135-4DFD-BB94-7D9D994778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1E89AAA-D6CF-4A3C-83B6-61FCA7CE525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9</a:t>
            </a:fld>
            <a:endParaRPr lang="en-US" altLang="en-US" sz="1200"/>
          </a:p>
        </p:txBody>
      </p:sp>
    </p:spTree>
    <p:extLst>
      <p:ext uri="{BB962C8B-B14F-4D97-AF65-F5344CB8AC3E}">
        <p14:creationId xmlns:p14="http://schemas.microsoft.com/office/powerpoint/2010/main" val="2002393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3CD15-0461-95EB-5099-686F24A2BCC6}"/>
            </a:ext>
          </a:extLst>
        </p:cNvPr>
        <p:cNvGrpSpPr/>
        <p:nvPr/>
      </p:nvGrpSpPr>
      <p:grpSpPr>
        <a:xfrm>
          <a:off x="0" y="0"/>
          <a:ext cx="0" cy="0"/>
          <a:chOff x="0" y="0"/>
          <a:chExt cx="0" cy="0"/>
        </a:xfrm>
      </p:grpSpPr>
      <p:sp>
        <p:nvSpPr>
          <p:cNvPr id="88066" name="Rectangle 7">
            <a:extLst>
              <a:ext uri="{FF2B5EF4-FFF2-40B4-BE49-F238E27FC236}">
                <a16:creationId xmlns:a16="http://schemas.microsoft.com/office/drawing/2014/main" id="{3BC73E7A-0349-73E0-5C0F-C4B28299B6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10</a:t>
            </a:fld>
            <a:endParaRPr lang="en-US" altLang="en-US" sz="1200"/>
          </a:p>
        </p:txBody>
      </p:sp>
      <p:sp>
        <p:nvSpPr>
          <p:cNvPr id="88067" name="Slide Image Placeholder 1">
            <a:extLst>
              <a:ext uri="{FF2B5EF4-FFF2-40B4-BE49-F238E27FC236}">
                <a16:creationId xmlns:a16="http://schemas.microsoft.com/office/drawing/2014/main" id="{08BB1A92-8C47-D571-7AB4-3421424EF3A4}"/>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E4C76E73-A97E-1854-2590-B36D502D32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E37D8B7-9480-9AAD-B5E8-BAA2D1842446}"/>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10</a:t>
            </a:fld>
            <a:endParaRPr lang="en-US" altLang="en-US" sz="1200"/>
          </a:p>
        </p:txBody>
      </p:sp>
    </p:spTree>
    <p:extLst>
      <p:ext uri="{BB962C8B-B14F-4D97-AF65-F5344CB8AC3E}">
        <p14:creationId xmlns:p14="http://schemas.microsoft.com/office/powerpoint/2010/main" val="1458527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25B9F-776C-D457-4685-887EA6E98F84}"/>
            </a:ext>
          </a:extLst>
        </p:cNvPr>
        <p:cNvGrpSpPr/>
        <p:nvPr/>
      </p:nvGrpSpPr>
      <p:grpSpPr>
        <a:xfrm>
          <a:off x="0" y="0"/>
          <a:ext cx="0" cy="0"/>
          <a:chOff x="0" y="0"/>
          <a:chExt cx="0" cy="0"/>
        </a:xfrm>
      </p:grpSpPr>
      <p:sp>
        <p:nvSpPr>
          <p:cNvPr id="88066" name="Rectangle 7">
            <a:extLst>
              <a:ext uri="{FF2B5EF4-FFF2-40B4-BE49-F238E27FC236}">
                <a16:creationId xmlns:a16="http://schemas.microsoft.com/office/drawing/2014/main" id="{BEEC2EAA-DB3A-D15B-56EF-68CCEEA09B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11</a:t>
            </a:fld>
            <a:endParaRPr lang="en-US" altLang="en-US" sz="1200"/>
          </a:p>
        </p:txBody>
      </p:sp>
      <p:sp>
        <p:nvSpPr>
          <p:cNvPr id="88067" name="Slide Image Placeholder 1">
            <a:extLst>
              <a:ext uri="{FF2B5EF4-FFF2-40B4-BE49-F238E27FC236}">
                <a16:creationId xmlns:a16="http://schemas.microsoft.com/office/drawing/2014/main" id="{788E7DAE-946B-9B98-2222-F6D0CF79AEB7}"/>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67F4C134-83C2-9284-C116-47CCE28771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A211A38C-8A14-4457-64E0-599FBC1FEDEB}"/>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11</a:t>
            </a:fld>
            <a:endParaRPr lang="en-US" altLang="en-US" sz="1200"/>
          </a:p>
        </p:txBody>
      </p:sp>
    </p:spTree>
    <p:extLst>
      <p:ext uri="{BB962C8B-B14F-4D97-AF65-F5344CB8AC3E}">
        <p14:creationId xmlns:p14="http://schemas.microsoft.com/office/powerpoint/2010/main" val="1071698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5F891A4-0581-450A-B37B-35BB0AD7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eaLnBrk="1" hangingPunct="1"/>
            <a:fld id="{3F49BAB9-CC13-4221-99AA-120AD7577AF1}" type="slidenum">
              <a:rPr lang="en-US" altLang="en-US" sz="1200"/>
              <a:pPr eaLnBrk="1" hangingPunct="1"/>
              <a:t>12</a:t>
            </a:fld>
            <a:endParaRPr lang="en-US" altLang="en-US" sz="1200"/>
          </a:p>
        </p:txBody>
      </p:sp>
      <p:sp>
        <p:nvSpPr>
          <p:cNvPr id="88067" name="Slide Image Placeholder 1">
            <a:extLst>
              <a:ext uri="{FF2B5EF4-FFF2-40B4-BE49-F238E27FC236}">
                <a16:creationId xmlns:a16="http://schemas.microsoft.com/office/drawing/2014/main" id="{EB9F5D23-5401-4E67-A389-7195D12EDFED}"/>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016D1329-B135-4DFD-BB94-7D9D994778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1E89AAA-D6CF-4A3C-83B6-61FCA7CE525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algn="r" eaLnBrk="1" hangingPunct="1"/>
            <a:fld id="{08080E45-F1A0-46B4-A3B9-D4A54D96A2A5}" type="slidenum">
              <a:rPr lang="en-US" altLang="en-US" sz="1200"/>
              <a:pPr algn="r" eaLnBrk="1" hangingPunct="1"/>
              <a:t>12</a:t>
            </a:fld>
            <a:endParaRPr lang="en-US" altLang="en-US" sz="1200"/>
          </a:p>
        </p:txBody>
      </p:sp>
    </p:spTree>
    <p:extLst>
      <p:ext uri="{BB962C8B-B14F-4D97-AF65-F5344CB8AC3E}">
        <p14:creationId xmlns:p14="http://schemas.microsoft.com/office/powerpoint/2010/main" val="4015520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5F891A4-0581-450A-B37B-35BB0AD7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568" eaLnBrk="0" hangingPunct="0">
              <a:defRPr sz="3700">
                <a:solidFill>
                  <a:schemeClr val="tx1"/>
                </a:solidFill>
                <a:latin typeface="Arial" panose="020B0604020202020204" pitchFamily="34" charset="0"/>
              </a:defRPr>
            </a:lvl1pPr>
            <a:lvl2pPr marL="757066" indent="-291179" defTabSz="949568" eaLnBrk="0" hangingPunct="0">
              <a:defRPr sz="3700">
                <a:solidFill>
                  <a:schemeClr val="tx1"/>
                </a:solidFill>
                <a:latin typeface="Arial" panose="020B0604020202020204" pitchFamily="34" charset="0"/>
              </a:defRPr>
            </a:lvl2pPr>
            <a:lvl3pPr marL="1164717" indent="-232943" defTabSz="949568" eaLnBrk="0" hangingPunct="0">
              <a:defRPr sz="3700">
                <a:solidFill>
                  <a:schemeClr val="tx1"/>
                </a:solidFill>
                <a:latin typeface="Arial" panose="020B0604020202020204" pitchFamily="34" charset="0"/>
              </a:defRPr>
            </a:lvl3pPr>
            <a:lvl4pPr marL="1630604" indent="-232943" defTabSz="949568" eaLnBrk="0" hangingPunct="0">
              <a:defRPr sz="3700">
                <a:solidFill>
                  <a:schemeClr val="tx1"/>
                </a:solidFill>
                <a:latin typeface="Arial" panose="020B0604020202020204" pitchFamily="34" charset="0"/>
              </a:defRPr>
            </a:lvl4pPr>
            <a:lvl5pPr marL="2096491" indent="-232943" defTabSz="949568" eaLnBrk="0" hangingPunct="0">
              <a:defRPr sz="3700">
                <a:solidFill>
                  <a:schemeClr val="tx1"/>
                </a:solidFill>
                <a:latin typeface="Arial" panose="020B0604020202020204" pitchFamily="34" charset="0"/>
              </a:defRPr>
            </a:lvl5pPr>
            <a:lvl6pPr marL="2562377" indent="-232943" defTabSz="949568" eaLnBrk="0" fontAlgn="base" hangingPunct="0">
              <a:spcBef>
                <a:spcPct val="50000"/>
              </a:spcBef>
              <a:spcAft>
                <a:spcPct val="50000"/>
              </a:spcAft>
              <a:defRPr sz="3700">
                <a:solidFill>
                  <a:schemeClr val="tx1"/>
                </a:solidFill>
                <a:latin typeface="Arial" panose="020B0604020202020204" pitchFamily="34" charset="0"/>
              </a:defRPr>
            </a:lvl6pPr>
            <a:lvl7pPr marL="3028264" indent="-232943" defTabSz="949568" eaLnBrk="0" fontAlgn="base" hangingPunct="0">
              <a:spcBef>
                <a:spcPct val="50000"/>
              </a:spcBef>
              <a:spcAft>
                <a:spcPct val="50000"/>
              </a:spcAft>
              <a:defRPr sz="3700">
                <a:solidFill>
                  <a:schemeClr val="tx1"/>
                </a:solidFill>
                <a:latin typeface="Arial" panose="020B0604020202020204" pitchFamily="34" charset="0"/>
              </a:defRPr>
            </a:lvl7pPr>
            <a:lvl8pPr marL="3494151" indent="-232943" defTabSz="949568" eaLnBrk="0" fontAlgn="base" hangingPunct="0">
              <a:spcBef>
                <a:spcPct val="50000"/>
              </a:spcBef>
              <a:spcAft>
                <a:spcPct val="50000"/>
              </a:spcAft>
              <a:defRPr sz="3700">
                <a:solidFill>
                  <a:schemeClr val="tx1"/>
                </a:solidFill>
                <a:latin typeface="Arial" panose="020B0604020202020204" pitchFamily="34" charset="0"/>
              </a:defRPr>
            </a:lvl8pPr>
            <a:lvl9pPr marL="3960038" indent="-232943" defTabSz="949568" eaLnBrk="0" fontAlgn="base" hangingPunct="0">
              <a:spcBef>
                <a:spcPct val="50000"/>
              </a:spcBef>
              <a:spcAft>
                <a:spcPct val="50000"/>
              </a:spcAft>
              <a:defRPr sz="3700">
                <a:solidFill>
                  <a:schemeClr val="tx1"/>
                </a:solidFill>
                <a:latin typeface="Arial" panose="020B0604020202020204" pitchFamily="34" charset="0"/>
              </a:defRPr>
            </a:lvl9pPr>
          </a:lstStyle>
          <a:p>
            <a:pPr marL="0" marR="0" lvl="0" indent="0" algn="r" defTabSz="949568" rtl="0" eaLnBrk="1" fontAlgn="auto" latinLnBrk="0" hangingPunct="1">
              <a:lnSpc>
                <a:spcPct val="100000"/>
              </a:lnSpc>
              <a:spcBef>
                <a:spcPts val="0"/>
              </a:spcBef>
              <a:spcAft>
                <a:spcPts val="0"/>
              </a:spcAft>
              <a:buClrTx/>
              <a:buSzTx/>
              <a:buFontTx/>
              <a:buNone/>
              <a:tabLst/>
              <a:defRPr/>
            </a:pPr>
            <a:fld id="{3F49BAB9-CC13-4221-99AA-120AD7577AF1}"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49568" rtl="0" eaLnBrk="1" fontAlgn="auto" latinLnBrk="0" hangingPunct="1">
                <a:lnSpc>
                  <a:spcPct val="100000"/>
                </a:lnSpc>
                <a:spcBef>
                  <a:spcPts val="0"/>
                </a:spcBef>
                <a:spcAft>
                  <a:spcPts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8067" name="Slide Image Placeholder 1">
            <a:extLst>
              <a:ext uri="{FF2B5EF4-FFF2-40B4-BE49-F238E27FC236}">
                <a16:creationId xmlns:a16="http://schemas.microsoft.com/office/drawing/2014/main" id="{EB9F5D23-5401-4E67-A389-7195D12EDFED}"/>
              </a:ext>
            </a:extLst>
          </p:cNvPr>
          <p:cNvSpPr>
            <a:spLocks noGrp="1" noRot="1" noChangeAspect="1" noTextEdit="1"/>
          </p:cNvSpPr>
          <p:nvPr>
            <p:ph type="sldImg"/>
          </p:nvPr>
        </p:nvSpPr>
        <p:spPr>
          <a:ln/>
        </p:spPr>
      </p:sp>
      <p:sp>
        <p:nvSpPr>
          <p:cNvPr id="88068" name="Notes Placeholder 2">
            <a:extLst>
              <a:ext uri="{FF2B5EF4-FFF2-40B4-BE49-F238E27FC236}">
                <a16:creationId xmlns:a16="http://schemas.microsoft.com/office/drawing/2014/main" id="{016D1329-B135-4DFD-BB94-7D9D994778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lstStyle/>
          <a:p>
            <a:pPr marL="232943" indent="-232943"/>
            <a:endParaRPr lang="en-US" altLang="en-US" sz="1600" b="1">
              <a:latin typeface="Arial" panose="020B0604020202020204" pitchFamily="34" charset="0"/>
            </a:endParaRPr>
          </a:p>
        </p:txBody>
      </p:sp>
      <p:sp>
        <p:nvSpPr>
          <p:cNvPr id="88069" name="Slide Number Placeholder 3">
            <a:extLst>
              <a:ext uri="{FF2B5EF4-FFF2-40B4-BE49-F238E27FC236}">
                <a16:creationId xmlns:a16="http://schemas.microsoft.com/office/drawing/2014/main" id="{61E89AAA-D6CF-4A3C-83B6-61FCA7CE525D}"/>
              </a:ext>
            </a:extLst>
          </p:cNvPr>
          <p:cNvSpPr txBox="1">
            <a:spLocks noGrp="1"/>
          </p:cNvSpPr>
          <p:nvPr/>
        </p:nvSpPr>
        <p:spPr bwMode="auto">
          <a:xfrm>
            <a:off x="4060190" y="8978451"/>
            <a:ext cx="3105997" cy="47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36" tIns="47469" rIns="94936" bIns="47469" anchor="b"/>
          <a:lstStyle>
            <a:lvl1pPr defTabSz="931863" eaLnBrk="0" hangingPunct="0">
              <a:defRPr sz="3600">
                <a:solidFill>
                  <a:schemeClr val="tx1"/>
                </a:solidFill>
                <a:latin typeface="Arial" panose="020B0604020202020204" pitchFamily="34" charset="0"/>
              </a:defRPr>
            </a:lvl1pPr>
            <a:lvl2pPr marL="742950" indent="-285750" defTabSz="931863" eaLnBrk="0" hangingPunct="0">
              <a:defRPr sz="3600">
                <a:solidFill>
                  <a:schemeClr val="tx1"/>
                </a:solidFill>
                <a:latin typeface="Arial" panose="020B0604020202020204" pitchFamily="34" charset="0"/>
              </a:defRPr>
            </a:lvl2pPr>
            <a:lvl3pPr marL="1143000" indent="-228600" defTabSz="931863" eaLnBrk="0" hangingPunct="0">
              <a:defRPr sz="3600">
                <a:solidFill>
                  <a:schemeClr val="tx1"/>
                </a:solidFill>
                <a:latin typeface="Arial" panose="020B0604020202020204" pitchFamily="34" charset="0"/>
              </a:defRPr>
            </a:lvl3pPr>
            <a:lvl4pPr marL="1600200" indent="-228600" defTabSz="931863" eaLnBrk="0" hangingPunct="0">
              <a:defRPr sz="3600">
                <a:solidFill>
                  <a:schemeClr val="tx1"/>
                </a:solidFill>
                <a:latin typeface="Arial" panose="020B0604020202020204" pitchFamily="34" charset="0"/>
              </a:defRPr>
            </a:lvl4pPr>
            <a:lvl5pPr marL="2057400" indent="-228600" defTabSz="931863" eaLnBrk="0" hangingPunct="0">
              <a:defRPr sz="3600">
                <a:solidFill>
                  <a:schemeClr val="tx1"/>
                </a:solidFill>
                <a:latin typeface="Arial" panose="020B0604020202020204" pitchFamily="34" charset="0"/>
              </a:defRPr>
            </a:lvl5pPr>
            <a:lvl6pPr marL="2514600" indent="-228600" defTabSz="931863"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defTabSz="931863"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defTabSz="931863"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defTabSz="931863" eaLnBrk="0" fontAlgn="base" hangingPunct="0">
              <a:spcBef>
                <a:spcPct val="50000"/>
              </a:spcBef>
              <a:spcAft>
                <a:spcPct val="50000"/>
              </a:spcAft>
              <a:defRPr sz="3600">
                <a:solidFill>
                  <a:schemeClr val="tx1"/>
                </a:solidFill>
                <a:latin typeface="Arial" panose="020B060402020202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08080E45-F1A0-46B4-A3B9-D4A54D96A2A5}"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102392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Afbeelding 5" descr="WOL140117_491_ppt.jpg"/>
          <p:cNvPicPr>
            <a:picLocks noChangeAspect="1"/>
          </p:cNvPicPr>
          <p:nvPr userDrawn="1"/>
        </p:nvPicPr>
        <p:blipFill rotWithShape="1">
          <a:blip r:embed="rId2">
            <a:extLst>
              <a:ext uri="{28A0092B-C50C-407E-A947-70E740481C1C}">
                <a14:useLocalDpi xmlns:a14="http://schemas.microsoft.com/office/drawing/2010/main" val="0"/>
              </a:ext>
            </a:extLst>
          </a:blip>
          <a:srcRect l="34039" t="22031" r="1" b="2"/>
          <a:stretch/>
        </p:blipFill>
        <p:spPr>
          <a:xfrm>
            <a:off x="576000" y="0"/>
            <a:ext cx="11616000" cy="6863300"/>
          </a:xfrm>
          <a:prstGeom prst="rect">
            <a:avLst/>
          </a:prstGeom>
        </p:spPr>
      </p:pic>
      <p:sp>
        <p:nvSpPr>
          <p:cNvPr id="8" name="Rectangle 13"/>
          <p:cNvSpPr/>
          <p:nvPr userDrawn="1"/>
        </p:nvSpPr>
        <p:spPr>
          <a:xfrm>
            <a:off x="3657600" y="4652630"/>
            <a:ext cx="4876800" cy="1371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Rectangle 8"/>
          <p:cNvSpPr/>
          <p:nvPr userDrawn="1"/>
        </p:nvSpPr>
        <p:spPr>
          <a:xfrm>
            <a:off x="0" y="2288015"/>
            <a:ext cx="6705600" cy="2743200"/>
          </a:xfrm>
          <a:prstGeom prst="rect">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Title 1"/>
          <p:cNvSpPr>
            <a:spLocks noGrp="1"/>
          </p:cNvSpPr>
          <p:nvPr>
            <p:ph type="ctrTitle" hasCustomPrompt="1"/>
          </p:nvPr>
        </p:nvSpPr>
        <p:spPr>
          <a:xfrm>
            <a:off x="485685" y="2514601"/>
            <a:ext cx="5948983" cy="1582686"/>
          </a:xfrm>
        </p:spPr>
        <p:txBody>
          <a:bodyPr anchor="t">
            <a:noAutofit/>
          </a:bodyPr>
          <a:lstStyle>
            <a:lvl1pPr>
              <a:defRPr sz="3600" b="0">
                <a:solidFill>
                  <a:schemeClr val="bg1"/>
                </a:solidFill>
              </a:defRPr>
            </a:lvl1pPr>
          </a:lstStyle>
          <a:p>
            <a:r>
              <a:rPr lang="en-US"/>
              <a:t>Click to edit Master </a:t>
            </a:r>
            <a:br>
              <a:rPr lang="en-US"/>
            </a:br>
            <a:r>
              <a:rPr lang="en-US"/>
              <a:t>title style</a:t>
            </a:r>
          </a:p>
        </p:txBody>
      </p:sp>
      <p:sp>
        <p:nvSpPr>
          <p:cNvPr id="12" name="Date Placeholder 3"/>
          <p:cNvSpPr>
            <a:spLocks noGrp="1"/>
          </p:cNvSpPr>
          <p:nvPr>
            <p:ph type="dt" sz="half" idx="10"/>
          </p:nvPr>
        </p:nvSpPr>
        <p:spPr>
          <a:xfrm>
            <a:off x="496707" y="4492254"/>
            <a:ext cx="2968580" cy="365125"/>
          </a:xfrm>
          <a:prstGeom prst="rect">
            <a:avLst/>
          </a:prstGeom>
        </p:spPr>
        <p:txBody>
          <a:bodyPr/>
          <a:lstStyle>
            <a:lvl1pPr>
              <a:defRPr sz="1600">
                <a:solidFill>
                  <a:schemeClr val="bg1"/>
                </a:solidFill>
              </a:defRPr>
            </a:lvl1pPr>
          </a:lstStyle>
          <a:p>
            <a:endParaRPr lang="en-US"/>
          </a:p>
        </p:txBody>
      </p:sp>
      <p:pic>
        <p:nvPicPr>
          <p:cNvPr id="9" name="Afbeelding 8" descr="WK_H_01_Pos_RGB_2400_Color.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57600" y="5039355"/>
            <a:ext cx="4876801" cy="984875"/>
          </a:xfrm>
          <a:prstGeom prst="rect">
            <a:avLst/>
          </a:prstGeom>
        </p:spPr>
      </p:pic>
      <p:sp>
        <p:nvSpPr>
          <p:cNvPr id="14" name="Tijdelijke aanduiding voor tekst 2"/>
          <p:cNvSpPr>
            <a:spLocks noGrp="1"/>
          </p:cNvSpPr>
          <p:nvPr>
            <p:ph type="body" sz="quarter" idx="11" hasCustomPrompt="1"/>
          </p:nvPr>
        </p:nvSpPr>
        <p:spPr>
          <a:xfrm>
            <a:off x="484718" y="4097288"/>
            <a:ext cx="5949949" cy="394966"/>
          </a:xfrm>
        </p:spPr>
        <p:txBody>
          <a:bodyPr>
            <a:normAutofit/>
          </a:bodyPr>
          <a:lstStyle>
            <a:lvl1pPr marL="0" indent="0">
              <a:spcBef>
                <a:spcPts val="0"/>
              </a:spcBef>
              <a:buFontTx/>
              <a:buNone/>
              <a:defRPr sz="1800">
                <a:solidFill>
                  <a:schemeClr val="bg1"/>
                </a:solidFill>
              </a:defRPr>
            </a:lvl1pPr>
          </a:lstStyle>
          <a:p>
            <a:pPr lvl="0"/>
            <a:r>
              <a:rPr lang="nl-NL"/>
              <a:t>Click </a:t>
            </a:r>
            <a:r>
              <a:rPr lang="nl-NL" err="1"/>
              <a:t>to</a:t>
            </a:r>
            <a:r>
              <a:rPr lang="nl-NL"/>
              <a:t> </a:t>
            </a:r>
            <a:r>
              <a:rPr lang="nl-NL" err="1"/>
              <a:t>edit</a:t>
            </a:r>
            <a:r>
              <a:rPr lang="nl-NL"/>
              <a:t> Name Presenter</a:t>
            </a:r>
          </a:p>
        </p:txBody>
      </p:sp>
    </p:spTree>
    <p:extLst>
      <p:ext uri="{BB962C8B-B14F-4D97-AF65-F5344CB8AC3E}">
        <p14:creationId xmlns:p14="http://schemas.microsoft.com/office/powerpoint/2010/main" val="1091196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marL="1737360" indent="-301752">
              <a:spcBef>
                <a:spcPts val="576"/>
              </a:spcBef>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sz="1200"/>
            </a:lvl1pPr>
          </a:lstStyle>
          <a:p>
            <a:r>
              <a:rPr lang="en-US"/>
              <a:t>1 This is a manual process.  Currently there is no integration.</a:t>
            </a:r>
          </a:p>
        </p:txBody>
      </p:sp>
      <p:sp>
        <p:nvSpPr>
          <p:cNvPr id="6" name="Slide Number Placeholder 5"/>
          <p:cNvSpPr>
            <a:spLocks noGrp="1"/>
          </p:cNvSpPr>
          <p:nvPr>
            <p:ph type="sldNum" sz="quarter" idx="12"/>
          </p:nvPr>
        </p:nvSpPr>
        <p:spPr/>
        <p:txBody>
          <a:bodyPr/>
          <a:lstStyle>
            <a:lvl1pPr>
              <a:defRPr sz="1200"/>
            </a:lvl1pPr>
          </a:lstStyle>
          <a:p>
            <a:fld id="{C3C3236D-FB65-584A-8227-5A449D06E62A}" type="slidenum">
              <a:rPr lang="en-US" smtClean="0"/>
              <a:pPr/>
              <a:t>‹#›</a:t>
            </a:fld>
            <a:endParaRPr lang="en-US"/>
          </a:p>
        </p:txBody>
      </p:sp>
    </p:spTree>
    <p:extLst>
      <p:ext uri="{BB962C8B-B14F-4D97-AF65-F5344CB8AC3E}">
        <p14:creationId xmlns:p14="http://schemas.microsoft.com/office/powerpoint/2010/main" val="4114132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ge Breaker 2">
    <p:spTree>
      <p:nvGrpSpPr>
        <p:cNvPr id="1" name=""/>
        <p:cNvGrpSpPr/>
        <p:nvPr/>
      </p:nvGrpSpPr>
      <p:grpSpPr>
        <a:xfrm>
          <a:off x="0" y="0"/>
          <a:ext cx="0" cy="0"/>
          <a:chOff x="0" y="0"/>
          <a:chExt cx="0" cy="0"/>
        </a:xfrm>
      </p:grpSpPr>
      <p:sp>
        <p:nvSpPr>
          <p:cNvPr id="5" name="Rectangle 7"/>
          <p:cNvSpPr/>
          <p:nvPr userDrawn="1"/>
        </p:nvSpPr>
        <p:spPr>
          <a:xfrm>
            <a:off x="609600" y="0"/>
            <a:ext cx="11582400" cy="6172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7" name="Rectangle 7"/>
          <p:cNvSpPr/>
          <p:nvPr userDrawn="1"/>
        </p:nvSpPr>
        <p:spPr>
          <a:xfrm>
            <a:off x="609600" y="457200"/>
            <a:ext cx="10967155" cy="914400"/>
          </a:xfrm>
          <a:prstGeom prst="rect">
            <a:avLst/>
          </a:prstGeom>
          <a:solidFill>
            <a:srgbClr val="409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itle 1"/>
          <p:cNvSpPr>
            <a:spLocks noGrp="1"/>
          </p:cNvSpPr>
          <p:nvPr>
            <p:ph type="title" hasCustomPrompt="1"/>
          </p:nvPr>
        </p:nvSpPr>
        <p:spPr>
          <a:xfrm>
            <a:off x="1146049" y="227948"/>
            <a:ext cx="10176708" cy="1143652"/>
          </a:xfrm>
        </p:spPr>
        <p:txBody>
          <a:bodyPr anchor="ctr" anchorCtr="0">
            <a:normAutofit/>
          </a:bodyPr>
          <a:lstStyle>
            <a:lvl1pPr algn="l">
              <a:defRPr sz="4000" b="0" cap="none">
                <a:solidFill>
                  <a:schemeClr val="bg2"/>
                </a:solidFill>
              </a:defRPr>
            </a:lvl1pPr>
          </a:lstStyle>
          <a:p>
            <a:r>
              <a:rPr lang="en-US"/>
              <a:t>Click to edit master title style</a:t>
            </a:r>
          </a:p>
        </p:txBody>
      </p:sp>
      <p:sp>
        <p:nvSpPr>
          <p:cNvPr id="9" name="Content Placeholder 2"/>
          <p:cNvSpPr>
            <a:spLocks noGrp="1"/>
          </p:cNvSpPr>
          <p:nvPr>
            <p:ph idx="1"/>
          </p:nvPr>
        </p:nvSpPr>
        <p:spPr>
          <a:xfrm>
            <a:off x="1219200" y="1600200"/>
            <a:ext cx="10357555" cy="3666067"/>
          </a:xfrm>
        </p:spPr>
        <p:txBody>
          <a:bodyPr/>
          <a:lstStyle>
            <a:lvl1pPr>
              <a:buClrTx/>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marL="1737360" indent="-301752">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hthoek 5"/>
          <p:cNvSpPr/>
          <p:nvPr userDrawn="1"/>
        </p:nvSpPr>
        <p:spPr>
          <a:xfrm>
            <a:off x="0" y="457200"/>
            <a:ext cx="609600" cy="914400"/>
          </a:xfrm>
          <a:prstGeom prst="rect">
            <a:avLst/>
          </a:prstGeom>
          <a:solidFill>
            <a:srgbClr val="7FC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solidFill>
                <a:schemeClr val="bg1"/>
              </a:solidFill>
            </a:endParaRPr>
          </a:p>
        </p:txBody>
      </p:sp>
    </p:spTree>
    <p:extLst>
      <p:ext uri="{BB962C8B-B14F-4D97-AF65-F5344CB8AC3E}">
        <p14:creationId xmlns:p14="http://schemas.microsoft.com/office/powerpoint/2010/main" val="2585518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ge Breaker 1">
    <p:spTree>
      <p:nvGrpSpPr>
        <p:cNvPr id="1" name=""/>
        <p:cNvGrpSpPr/>
        <p:nvPr/>
      </p:nvGrpSpPr>
      <p:grpSpPr>
        <a:xfrm>
          <a:off x="0" y="0"/>
          <a:ext cx="0" cy="0"/>
          <a:chOff x="0" y="0"/>
          <a:chExt cx="0" cy="0"/>
        </a:xfrm>
      </p:grpSpPr>
      <p:sp>
        <p:nvSpPr>
          <p:cNvPr id="5" name="Rectangle 7"/>
          <p:cNvSpPr/>
          <p:nvPr userDrawn="1"/>
        </p:nvSpPr>
        <p:spPr>
          <a:xfrm>
            <a:off x="609600" y="0"/>
            <a:ext cx="11582400" cy="6172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7" name="Rectangle 7"/>
          <p:cNvSpPr/>
          <p:nvPr userDrawn="1"/>
        </p:nvSpPr>
        <p:spPr>
          <a:xfrm>
            <a:off x="609600" y="457200"/>
            <a:ext cx="10967155" cy="914400"/>
          </a:xfrm>
          <a:prstGeom prst="rect">
            <a:avLst/>
          </a:prstGeom>
          <a:solidFill>
            <a:srgbClr val="409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itle 1"/>
          <p:cNvSpPr>
            <a:spLocks noGrp="1"/>
          </p:cNvSpPr>
          <p:nvPr>
            <p:ph type="title" hasCustomPrompt="1"/>
          </p:nvPr>
        </p:nvSpPr>
        <p:spPr>
          <a:xfrm>
            <a:off x="1146049" y="228600"/>
            <a:ext cx="10176708" cy="1143652"/>
          </a:xfrm>
        </p:spPr>
        <p:txBody>
          <a:bodyPr anchor="ctr" anchorCtr="0">
            <a:normAutofit/>
          </a:bodyPr>
          <a:lstStyle>
            <a:lvl1pPr algn="l">
              <a:defRPr sz="4000" b="0" cap="none">
                <a:solidFill>
                  <a:schemeClr val="bg2"/>
                </a:solidFill>
              </a:defRPr>
            </a:lvl1pPr>
          </a:lstStyle>
          <a:p>
            <a:r>
              <a:rPr lang="en-US"/>
              <a:t>Click to edit master title style</a:t>
            </a:r>
          </a:p>
        </p:txBody>
      </p:sp>
      <p:sp>
        <p:nvSpPr>
          <p:cNvPr id="6" name="Rechthoek 5"/>
          <p:cNvSpPr/>
          <p:nvPr userDrawn="1"/>
        </p:nvSpPr>
        <p:spPr>
          <a:xfrm>
            <a:off x="0" y="457200"/>
            <a:ext cx="609600" cy="914400"/>
          </a:xfrm>
          <a:prstGeom prst="rect">
            <a:avLst/>
          </a:prstGeom>
          <a:solidFill>
            <a:srgbClr val="7FC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solidFill>
                <a:schemeClr val="bg1"/>
              </a:solidFill>
            </a:endParaRPr>
          </a:p>
        </p:txBody>
      </p:sp>
    </p:spTree>
    <p:extLst>
      <p:ext uri="{BB962C8B-B14F-4D97-AF65-F5344CB8AC3E}">
        <p14:creationId xmlns:p14="http://schemas.microsoft.com/office/powerpoint/2010/main" val="4212711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1 This is a manual process.  Currently there is no integration.</a:t>
            </a:r>
          </a:p>
        </p:txBody>
      </p:sp>
      <p:sp>
        <p:nvSpPr>
          <p:cNvPr id="4" name="Slide Number Placeholder 3"/>
          <p:cNvSpPr>
            <a:spLocks noGrp="1"/>
          </p:cNvSpPr>
          <p:nvPr>
            <p:ph type="sldNum" sz="quarter" idx="11"/>
          </p:nvPr>
        </p:nvSpPr>
        <p:spPr/>
        <p:txBody>
          <a:bodyPr/>
          <a:lstStyle/>
          <a:p>
            <a:fld id="{C3C3236D-FB65-584A-8227-5A449D06E62A}" type="slidenum">
              <a:rPr lang="en-US" smtClean="0"/>
              <a:pPr/>
              <a:t>‹#›</a:t>
            </a:fld>
            <a:endParaRPr lang="en-US"/>
          </a:p>
        </p:txBody>
      </p:sp>
      <p:pic>
        <p:nvPicPr>
          <p:cNvPr id="5" name="Afbeelding 4" descr="Image5.jpg"/>
          <p:cNvPicPr>
            <a:picLocks noChangeAspect="1"/>
          </p:cNvPicPr>
          <p:nvPr userDrawn="1"/>
        </p:nvPicPr>
        <p:blipFill rotWithShape="1">
          <a:blip r:embed="rId2">
            <a:extLst>
              <a:ext uri="{28A0092B-C50C-407E-A947-70E740481C1C}">
                <a14:useLocalDpi xmlns:a14="http://schemas.microsoft.com/office/drawing/2010/main" val="0"/>
              </a:ext>
            </a:extLst>
          </a:blip>
          <a:srcRect l="5613" r="5428"/>
          <a:stretch/>
        </p:blipFill>
        <p:spPr>
          <a:xfrm>
            <a:off x="0" y="0"/>
            <a:ext cx="12192000" cy="6858000"/>
          </a:xfrm>
          <a:prstGeom prst="rect">
            <a:avLst/>
          </a:prstGeom>
        </p:spPr>
      </p:pic>
    </p:spTree>
    <p:extLst>
      <p:ext uri="{BB962C8B-B14F-4D97-AF65-F5344CB8AC3E}">
        <p14:creationId xmlns:p14="http://schemas.microsoft.com/office/powerpoint/2010/main" val="2675997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81C6"/>
                </a:solidFill>
              </a:defRPr>
            </a:lvl1pPr>
          </a:lstStyle>
          <a:p>
            <a:r>
              <a:rPr lang="en-US"/>
              <a:t>Click to edit Master title style</a:t>
            </a:r>
          </a:p>
        </p:txBody>
      </p:sp>
      <p:sp>
        <p:nvSpPr>
          <p:cNvPr id="3" name="Content Placeholder 2"/>
          <p:cNvSpPr>
            <a:spLocks noGrp="1"/>
          </p:cNvSpPr>
          <p:nvPr>
            <p:ph sz="half" idx="1"/>
          </p:nvPr>
        </p:nvSpPr>
        <p:spPr>
          <a:xfrm>
            <a:off x="609600" y="1600201"/>
            <a:ext cx="5384800" cy="4403436"/>
          </a:xfrm>
        </p:spPr>
        <p:txBody>
          <a:bodyPr/>
          <a:lstStyle>
            <a:lvl1pPr>
              <a:buClr>
                <a:schemeClr val="tx1"/>
              </a:buCl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6197600" y="1600201"/>
            <a:ext cx="5384800" cy="4403436"/>
          </a:xfrm>
        </p:spPr>
        <p:txBody>
          <a:bodyPr>
            <a:normAutofit/>
          </a:bodyPr>
          <a:lstStyle>
            <a:lvl1pPr>
              <a:buClr>
                <a:schemeClr val="tx1"/>
              </a:buCl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1 This is a manual process.  Currently there is no integration.</a:t>
            </a:r>
          </a:p>
        </p:txBody>
      </p:sp>
      <p:sp>
        <p:nvSpPr>
          <p:cNvPr id="7" name="Slide Number Placeholder 6"/>
          <p:cNvSpPr>
            <a:spLocks noGrp="1"/>
          </p:cNvSpPr>
          <p:nvPr>
            <p:ph type="sldNum" sz="quarter" idx="12"/>
          </p:nvPr>
        </p:nvSpPr>
        <p:spPr/>
        <p:txBody>
          <a:bodyPr/>
          <a:lstStyle/>
          <a:p>
            <a:fld id="{C3C3236D-FB65-584A-8227-5A449D06E62A}" type="slidenum">
              <a:rPr lang="en-US" smtClean="0"/>
              <a:t>‹#›</a:t>
            </a:fld>
            <a:endParaRPr lang="en-US"/>
          </a:p>
        </p:txBody>
      </p:sp>
    </p:spTree>
    <p:extLst>
      <p:ext uri="{BB962C8B-B14F-4D97-AF65-F5344CB8AC3E}">
        <p14:creationId xmlns:p14="http://schemas.microsoft.com/office/powerpoint/2010/main" val="4105857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81C6"/>
                </a:solidFill>
              </a:defRPr>
            </a:lvl1pPr>
          </a:lstStyle>
          <a:p>
            <a:r>
              <a:rPr lang="en-US"/>
              <a:t>Click to edit Master title style</a:t>
            </a:r>
          </a:p>
        </p:txBody>
      </p:sp>
      <p:sp>
        <p:nvSpPr>
          <p:cNvPr id="4" name="Footer Placeholder 3"/>
          <p:cNvSpPr>
            <a:spLocks noGrp="1"/>
          </p:cNvSpPr>
          <p:nvPr>
            <p:ph type="ftr" sz="quarter" idx="11"/>
          </p:nvPr>
        </p:nvSpPr>
        <p:spPr/>
        <p:txBody>
          <a:bodyPr/>
          <a:lstStyle/>
          <a:p>
            <a:r>
              <a:rPr lang="en-US"/>
              <a:t>1 This is a manual process.  Currently there is no integration.</a:t>
            </a:r>
          </a:p>
        </p:txBody>
      </p:sp>
      <p:sp>
        <p:nvSpPr>
          <p:cNvPr id="5" name="Slide Number Placeholder 4"/>
          <p:cNvSpPr>
            <a:spLocks noGrp="1"/>
          </p:cNvSpPr>
          <p:nvPr>
            <p:ph type="sldNum" sz="quarter" idx="12"/>
          </p:nvPr>
        </p:nvSpPr>
        <p:spPr/>
        <p:txBody>
          <a:bodyPr/>
          <a:lstStyle/>
          <a:p>
            <a:fld id="{C3C3236D-FB65-584A-8227-5A449D06E62A}" type="slidenum">
              <a:rPr lang="en-US" smtClean="0"/>
              <a:t>‹#›</a:t>
            </a:fld>
            <a:endParaRPr lang="en-US"/>
          </a:p>
        </p:txBody>
      </p:sp>
    </p:spTree>
    <p:extLst>
      <p:ext uri="{BB962C8B-B14F-4D97-AF65-F5344CB8AC3E}">
        <p14:creationId xmlns:p14="http://schemas.microsoft.com/office/powerpoint/2010/main" val="965929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1 This is a manual process.  Currently there is no integration.</a:t>
            </a:r>
          </a:p>
        </p:txBody>
      </p:sp>
      <p:sp>
        <p:nvSpPr>
          <p:cNvPr id="4" name="Slide Number Placeholder 3"/>
          <p:cNvSpPr>
            <a:spLocks noGrp="1"/>
          </p:cNvSpPr>
          <p:nvPr>
            <p:ph type="sldNum" sz="quarter" idx="12"/>
          </p:nvPr>
        </p:nvSpPr>
        <p:spPr/>
        <p:txBody>
          <a:bodyPr/>
          <a:lstStyle/>
          <a:p>
            <a:fld id="{C3C3236D-FB65-584A-8227-5A449D06E62A}" type="slidenum">
              <a:rPr lang="en-US" smtClean="0"/>
              <a:t>‹#›</a:t>
            </a:fld>
            <a:endParaRPr lang="en-US"/>
          </a:p>
        </p:txBody>
      </p:sp>
    </p:spTree>
    <p:extLst>
      <p:ext uri="{BB962C8B-B14F-4D97-AF65-F5344CB8AC3E}">
        <p14:creationId xmlns:p14="http://schemas.microsoft.com/office/powerpoint/2010/main" val="3953257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2632" y="229740"/>
            <a:ext cx="11166557"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p:cNvSpPr>
            <a:spLocks noGrp="1"/>
          </p:cNvSpPr>
          <p:nvPr>
            <p:ph type="ftr" sz="quarter" idx="3"/>
          </p:nvPr>
        </p:nvSpPr>
        <p:spPr>
          <a:xfrm>
            <a:off x="7088691" y="6317867"/>
            <a:ext cx="38608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r>
              <a:rPr lang="en-US"/>
              <a:t>1 This is a manual process.  Currently there is no integration.</a:t>
            </a:r>
          </a:p>
        </p:txBody>
      </p:sp>
      <p:sp>
        <p:nvSpPr>
          <p:cNvPr id="6" name="Slide Number Placeholder 5"/>
          <p:cNvSpPr>
            <a:spLocks noGrp="1"/>
          </p:cNvSpPr>
          <p:nvPr>
            <p:ph type="sldNum" sz="quarter" idx="4"/>
          </p:nvPr>
        </p:nvSpPr>
        <p:spPr>
          <a:xfrm>
            <a:off x="10963713" y="6317867"/>
            <a:ext cx="652895" cy="365125"/>
          </a:xfrm>
          <a:prstGeom prst="rect">
            <a:avLst/>
          </a:prstGeom>
        </p:spPr>
        <p:txBody>
          <a:bodyPr vert="horz" lIns="91440" tIns="45720" rIns="91440" bIns="45720" rtlCol="0" anchor="ctr"/>
          <a:lstStyle>
            <a:lvl1pPr algn="r">
              <a:defRPr sz="1200">
                <a:solidFill>
                  <a:schemeClr val="tx2"/>
                </a:solidFill>
              </a:defRPr>
            </a:lvl1pPr>
          </a:lstStyle>
          <a:p>
            <a:fld id="{C3C3236D-FB65-584A-8227-5A449D06E62A}" type="slidenum">
              <a:rPr lang="en-US" smtClean="0"/>
              <a:pPr/>
              <a:t>‹#›</a:t>
            </a:fld>
            <a:endParaRPr lang="en-US"/>
          </a:p>
        </p:txBody>
      </p:sp>
      <p:cxnSp>
        <p:nvCxnSpPr>
          <p:cNvPr id="17" name="Straight Connector 16"/>
          <p:cNvCxnSpPr/>
          <p:nvPr userDrawn="1"/>
        </p:nvCxnSpPr>
        <p:spPr>
          <a:xfrm>
            <a:off x="677334" y="6128070"/>
            <a:ext cx="10837333" cy="0"/>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7" name="Afbeelding 6" descr="WK_H_01_Pos_RGB_2400_Color.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65601" y="6156001"/>
            <a:ext cx="3010479" cy="607969"/>
          </a:xfrm>
          <a:prstGeom prst="rect">
            <a:avLst/>
          </a:prstGeom>
        </p:spPr>
      </p:pic>
    </p:spTree>
    <p:extLst>
      <p:ext uri="{BB962C8B-B14F-4D97-AF65-F5344CB8AC3E}">
        <p14:creationId xmlns:p14="http://schemas.microsoft.com/office/powerpoint/2010/main" val="69852487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Lst>
  <p:hf sldNum="0" hdr="0" dt="0"/>
  <p:txStyles>
    <p:titleStyle>
      <a:lvl1pPr algn="l" defTabSz="457200" rtl="0" eaLnBrk="1" latinLnBrk="0" hangingPunct="1">
        <a:spcBef>
          <a:spcPct val="0"/>
        </a:spcBef>
        <a:buNone/>
        <a:defRPr sz="4000" b="0" kern="1200">
          <a:solidFill>
            <a:schemeClr val="tx1"/>
          </a:solidFill>
          <a:latin typeface="+mj-lt"/>
          <a:ea typeface="+mj-ea"/>
          <a:cs typeface="+mj-cs"/>
        </a:defRPr>
      </a:lvl1pPr>
    </p:titleStyle>
    <p:bodyStyle>
      <a:lvl1pPr marL="304800" indent="-304800" algn="l" defTabSz="457200" rtl="0" eaLnBrk="1" latinLnBrk="0" hangingPunct="1">
        <a:spcBef>
          <a:spcPct val="20000"/>
        </a:spcBef>
        <a:buClr>
          <a:schemeClr val="tx1"/>
        </a:buClr>
        <a:buFont typeface="Wingdings" charset="2"/>
        <a:buChar char="§"/>
        <a:defRPr sz="2400" kern="1200">
          <a:solidFill>
            <a:schemeClr val="tx2"/>
          </a:solidFill>
          <a:latin typeface="+mn-lt"/>
          <a:ea typeface="+mn-ea"/>
          <a:cs typeface="+mn-cs"/>
        </a:defRPr>
      </a:lvl1pPr>
      <a:lvl2pPr marL="711200" indent="-304800" algn="l" defTabSz="457200" rtl="0" eaLnBrk="1" latinLnBrk="0" hangingPunct="1">
        <a:spcBef>
          <a:spcPct val="20000"/>
        </a:spcBef>
        <a:buClr>
          <a:schemeClr val="tx1"/>
        </a:buClr>
        <a:buFont typeface="Wingdings" charset="2"/>
        <a:buChar char="§"/>
        <a:defRPr sz="2400" kern="1200">
          <a:solidFill>
            <a:schemeClr val="tx2"/>
          </a:solidFill>
          <a:latin typeface="+mn-lt"/>
          <a:ea typeface="+mn-ea"/>
          <a:cs typeface="+mn-cs"/>
        </a:defRPr>
      </a:lvl2pPr>
      <a:lvl3pPr marL="1066800" indent="-304800" algn="l" defTabSz="457200" rtl="0" eaLnBrk="1" latinLnBrk="0" hangingPunct="1">
        <a:spcBef>
          <a:spcPct val="20000"/>
        </a:spcBef>
        <a:buClr>
          <a:schemeClr val="tx1"/>
        </a:buClr>
        <a:buFont typeface="Wingdings" charset="2"/>
        <a:buChar char="§"/>
        <a:defRPr sz="2400" kern="1200">
          <a:solidFill>
            <a:schemeClr val="tx2"/>
          </a:solidFill>
          <a:latin typeface="+mn-lt"/>
          <a:ea typeface="+mn-ea"/>
          <a:cs typeface="+mn-cs"/>
        </a:defRPr>
      </a:lvl3pPr>
      <a:lvl4pPr marL="1422400" indent="-304800" algn="l" defTabSz="457200" rtl="0" eaLnBrk="1" latinLnBrk="0" hangingPunct="1">
        <a:spcBef>
          <a:spcPct val="20000"/>
        </a:spcBef>
        <a:buClr>
          <a:schemeClr val="tx1"/>
        </a:buClr>
        <a:buFont typeface="Wingdings" charset="2"/>
        <a:buChar char="§"/>
        <a:defRPr sz="2400" kern="1200">
          <a:solidFill>
            <a:schemeClr val="tx2"/>
          </a:solidFill>
          <a:latin typeface="+mn-lt"/>
          <a:ea typeface="+mn-ea"/>
          <a:cs typeface="+mn-cs"/>
        </a:defRPr>
      </a:lvl4pPr>
      <a:lvl5pPr marL="2171700" indent="-342900" algn="l" defTabSz="457200" rtl="0" eaLnBrk="1" latinLnBrk="0" hangingPunct="1">
        <a:spcBef>
          <a:spcPct val="20000"/>
        </a:spcBef>
        <a:buClr>
          <a:schemeClr val="tx1"/>
        </a:buClr>
        <a:buFont typeface="Wingdings" charset="2"/>
        <a:buChar char="§"/>
        <a:defRPr sz="2400" kern="1200">
          <a:solidFill>
            <a:schemeClr val="accent5"/>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wolterskluwer.sharepoint.com/:f:/r/sites/GBS-SystemsDelivery/SystemsDelivery/Health%20Operations/Advantage%20Ecosystem%20Operational%20Work/Disaster%20Recovery/Generic%20Templates?csf=1&amp;web=1&amp;e=uEamfe"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2A284-D277-0C18-FE9E-1B0C0C39B062}"/>
              </a:ext>
            </a:extLst>
          </p:cNvPr>
          <p:cNvSpPr>
            <a:spLocks noGrp="1"/>
          </p:cNvSpPr>
          <p:nvPr>
            <p:ph type="ctrTitle"/>
          </p:nvPr>
        </p:nvSpPr>
        <p:spPr/>
        <p:txBody>
          <a:bodyPr/>
          <a:lstStyle/>
          <a:p>
            <a:r>
              <a:rPr lang="en-US" sz="3200"/>
              <a:t>Disaster Recovery Program Overview</a:t>
            </a:r>
          </a:p>
        </p:txBody>
      </p:sp>
      <p:sp>
        <p:nvSpPr>
          <p:cNvPr id="3" name="Text Placeholder 2">
            <a:extLst>
              <a:ext uri="{FF2B5EF4-FFF2-40B4-BE49-F238E27FC236}">
                <a16:creationId xmlns:a16="http://schemas.microsoft.com/office/drawing/2014/main" id="{47F97278-7E7A-D7D7-0032-24A16DC77DF4}"/>
              </a:ext>
            </a:extLst>
          </p:cNvPr>
          <p:cNvSpPr>
            <a:spLocks noGrp="1"/>
          </p:cNvSpPr>
          <p:nvPr>
            <p:ph type="body" sz="quarter" idx="11"/>
          </p:nvPr>
        </p:nvSpPr>
        <p:spPr/>
        <p:txBody>
          <a:bodyPr/>
          <a:lstStyle/>
          <a:p>
            <a:r>
              <a:rPr lang="en-US"/>
              <a:t>Devon Manelski</a:t>
            </a:r>
          </a:p>
        </p:txBody>
      </p:sp>
    </p:spTree>
    <p:extLst>
      <p:ext uri="{BB962C8B-B14F-4D97-AF65-F5344CB8AC3E}">
        <p14:creationId xmlns:p14="http://schemas.microsoft.com/office/powerpoint/2010/main" val="2432543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Agenda</a:t>
            </a:r>
          </a:p>
        </p:txBody>
      </p:sp>
      <p:sp>
        <p:nvSpPr>
          <p:cNvPr id="3" name="Tijdelijke aanduiding voor inhoud 2"/>
          <p:cNvSpPr>
            <a:spLocks noGrp="1"/>
          </p:cNvSpPr>
          <p:nvPr>
            <p:ph idx="1"/>
          </p:nvPr>
        </p:nvSpPr>
        <p:spPr/>
        <p:txBody>
          <a:bodyPr>
            <a:normAutofit fontScale="92500" lnSpcReduction="20000"/>
          </a:bodyPr>
          <a:lstStyle/>
          <a:p>
            <a:pPr marL="457200" indent="-457200">
              <a:buFont typeface="+mj-lt"/>
              <a:buAutoNum type="arabicPeriod"/>
            </a:pPr>
            <a:r>
              <a:rPr lang="en-US" dirty="0"/>
              <a:t>Overview</a:t>
            </a:r>
          </a:p>
          <a:p>
            <a:pPr marL="457200" indent="-457200">
              <a:buFont typeface="+mj-lt"/>
              <a:buAutoNum type="arabicPeriod"/>
            </a:pPr>
            <a:r>
              <a:rPr lang="en-US" dirty="0"/>
              <a:t>Use Cases</a:t>
            </a:r>
          </a:p>
          <a:p>
            <a:pPr marL="457200" indent="-457200">
              <a:buFont typeface="+mj-lt"/>
              <a:buAutoNum type="arabicPeriod"/>
            </a:pPr>
            <a:r>
              <a:rPr lang="en-US" dirty="0"/>
              <a:t>Metrics</a:t>
            </a:r>
          </a:p>
          <a:p>
            <a:pPr marL="457200" indent="-457200">
              <a:buFont typeface="+mj-lt"/>
              <a:buAutoNum type="arabicPeriod"/>
            </a:pPr>
            <a:r>
              <a:rPr lang="en-US" dirty="0"/>
              <a:t>Lifecyle</a:t>
            </a:r>
          </a:p>
          <a:p>
            <a:pPr marL="457200" indent="-457200">
              <a:buFont typeface="+mj-lt"/>
              <a:buAutoNum type="arabicPeriod"/>
            </a:pPr>
            <a:r>
              <a:rPr lang="en-US" dirty="0"/>
              <a:t>Design</a:t>
            </a:r>
          </a:p>
          <a:p>
            <a:pPr marL="457200" indent="-457200">
              <a:buFont typeface="+mj-lt"/>
              <a:buAutoNum type="arabicPeriod"/>
            </a:pPr>
            <a:r>
              <a:rPr lang="en-US" dirty="0"/>
              <a:t>Documentation</a:t>
            </a:r>
          </a:p>
          <a:p>
            <a:pPr marL="457200" indent="-457200">
              <a:buFont typeface="+mj-lt"/>
              <a:buAutoNum type="arabicPeriod"/>
            </a:pPr>
            <a:r>
              <a:rPr lang="en-US" dirty="0"/>
              <a:t>Infrastructure Standup</a:t>
            </a:r>
          </a:p>
          <a:p>
            <a:pPr marL="457200" indent="-457200">
              <a:buFont typeface="+mj-lt"/>
              <a:buAutoNum type="arabicPeriod"/>
            </a:pPr>
            <a:r>
              <a:rPr lang="en-US" dirty="0"/>
              <a:t>Prep Tasks</a:t>
            </a:r>
          </a:p>
          <a:p>
            <a:pPr marL="457200" indent="-457200">
              <a:buFont typeface="+mj-lt"/>
              <a:buAutoNum type="arabicPeriod"/>
            </a:pPr>
            <a:r>
              <a:rPr lang="en-US" dirty="0"/>
              <a:t>Exercise</a:t>
            </a:r>
          </a:p>
          <a:p>
            <a:pPr marL="457200" indent="-457200">
              <a:buFont typeface="+mj-lt"/>
              <a:buAutoNum type="arabicPeriod"/>
            </a:pPr>
            <a:r>
              <a:rPr lang="en-US" dirty="0"/>
              <a:t>Roadmap</a:t>
            </a:r>
          </a:p>
          <a:p>
            <a:pPr marL="0" indent="0">
              <a:buNone/>
            </a:pPr>
            <a:endParaRPr lang="en-US" dirty="0"/>
          </a:p>
          <a:p>
            <a:pPr marL="0" indent="0">
              <a:buNone/>
            </a:pPr>
            <a:endParaRPr lang="en-US" dirty="0"/>
          </a:p>
          <a:p>
            <a:endParaRPr lang="nl-NL" dirty="0"/>
          </a:p>
        </p:txBody>
      </p:sp>
    </p:spTree>
    <p:extLst>
      <p:ext uri="{BB962C8B-B14F-4D97-AF65-F5344CB8AC3E}">
        <p14:creationId xmlns:p14="http://schemas.microsoft.com/office/powerpoint/2010/main" val="834031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5CAAADC-B4FB-4431-BE5D-794544A4038B}"/>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Overview</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AE592B9B-0B3B-47C5-A217-BEEA769CE0F3}"/>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3</a:t>
            </a:fld>
            <a:endParaRPr lang="en-US" altLang="en-US" sz="800"/>
          </a:p>
        </p:txBody>
      </p:sp>
      <p:sp>
        <p:nvSpPr>
          <p:cNvPr id="10" name="Rectangle 9">
            <a:extLst>
              <a:ext uri="{FF2B5EF4-FFF2-40B4-BE49-F238E27FC236}">
                <a16:creationId xmlns:a16="http://schemas.microsoft.com/office/drawing/2014/main" id="{476ACE22-341D-4F99-8E3A-F8E3DF1631D3}"/>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sp>
        <p:nvSpPr>
          <p:cNvPr id="5" name="TextBox 4">
            <a:extLst>
              <a:ext uri="{FF2B5EF4-FFF2-40B4-BE49-F238E27FC236}">
                <a16:creationId xmlns:a16="http://schemas.microsoft.com/office/drawing/2014/main" id="{BB8E8900-3D5E-542A-1AB9-CB669C315ACB}"/>
              </a:ext>
            </a:extLst>
          </p:cNvPr>
          <p:cNvSpPr txBox="1"/>
          <p:nvPr/>
        </p:nvSpPr>
        <p:spPr>
          <a:xfrm>
            <a:off x="479008" y="926234"/>
            <a:ext cx="11201400" cy="369332"/>
          </a:xfrm>
          <a:prstGeom prst="rect">
            <a:avLst/>
          </a:prstGeom>
          <a:solidFill>
            <a:schemeClr val="accent1"/>
          </a:solidFill>
        </p:spPr>
        <p:txBody>
          <a:bodyPr wrap="square" rtlCol="0">
            <a:spAutoFit/>
          </a:bodyPr>
          <a:lstStyle/>
          <a:p>
            <a:pPr algn="ctr"/>
            <a:r>
              <a:rPr lang="en-US" b="1">
                <a:solidFill>
                  <a:schemeClr val="bg1"/>
                </a:solidFill>
              </a:rPr>
              <a:t>Applications</a:t>
            </a:r>
          </a:p>
        </p:txBody>
      </p:sp>
      <p:graphicFrame>
        <p:nvGraphicFramePr>
          <p:cNvPr id="6" name="Table 6">
            <a:extLst>
              <a:ext uri="{FF2B5EF4-FFF2-40B4-BE49-F238E27FC236}">
                <a16:creationId xmlns:a16="http://schemas.microsoft.com/office/drawing/2014/main" id="{0FF85C1B-589E-99F5-A313-D8730D67868F}"/>
              </a:ext>
            </a:extLst>
          </p:cNvPr>
          <p:cNvGraphicFramePr>
            <a:graphicFrameLocks noGrp="1"/>
          </p:cNvGraphicFramePr>
          <p:nvPr>
            <p:extLst>
              <p:ext uri="{D42A27DB-BD31-4B8C-83A1-F6EECF244321}">
                <p14:modId xmlns:p14="http://schemas.microsoft.com/office/powerpoint/2010/main" val="1303136304"/>
              </p:ext>
            </p:extLst>
          </p:nvPr>
        </p:nvGraphicFramePr>
        <p:xfrm>
          <a:off x="2259406" y="3827266"/>
          <a:ext cx="8128000"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951211069"/>
                    </a:ext>
                  </a:extLst>
                </a:gridCol>
                <a:gridCol w="2709333">
                  <a:extLst>
                    <a:ext uri="{9D8B030D-6E8A-4147-A177-3AD203B41FA5}">
                      <a16:colId xmlns:a16="http://schemas.microsoft.com/office/drawing/2014/main" val="103619771"/>
                    </a:ext>
                  </a:extLst>
                </a:gridCol>
                <a:gridCol w="1354667">
                  <a:extLst>
                    <a:ext uri="{9D8B030D-6E8A-4147-A177-3AD203B41FA5}">
                      <a16:colId xmlns:a16="http://schemas.microsoft.com/office/drawing/2014/main" val="1306704331"/>
                    </a:ext>
                  </a:extLst>
                </a:gridCol>
                <a:gridCol w="1354667">
                  <a:extLst>
                    <a:ext uri="{9D8B030D-6E8A-4147-A177-3AD203B41FA5}">
                      <a16:colId xmlns:a16="http://schemas.microsoft.com/office/drawing/2014/main" val="1740758007"/>
                    </a:ext>
                  </a:extLst>
                </a:gridCol>
              </a:tblGrid>
              <a:tr h="370840">
                <a:tc>
                  <a:txBody>
                    <a:bodyPr/>
                    <a:lstStyle/>
                    <a:p>
                      <a:pPr algn="ctr"/>
                      <a:r>
                        <a:rPr lang="en-US"/>
                        <a:t>Application</a:t>
                      </a:r>
                    </a:p>
                  </a:txBody>
                  <a:tcPr/>
                </a:tc>
                <a:tc>
                  <a:txBody>
                    <a:bodyPr/>
                    <a:lstStyle/>
                    <a:p>
                      <a:pPr algn="ctr"/>
                      <a:r>
                        <a:rPr lang="en-US"/>
                        <a:t>App Lead</a:t>
                      </a:r>
                    </a:p>
                  </a:txBody>
                  <a:tcPr/>
                </a:tc>
                <a:tc>
                  <a:txBody>
                    <a:bodyPr/>
                    <a:lstStyle/>
                    <a:p>
                      <a:pPr algn="ctr"/>
                      <a:r>
                        <a:rPr lang="en-US"/>
                        <a:t>DevOps</a:t>
                      </a:r>
                    </a:p>
                  </a:txBody>
                  <a:tcPr/>
                </a:tc>
                <a:tc>
                  <a:txBody>
                    <a:bodyPr/>
                    <a:lstStyle/>
                    <a:p>
                      <a:pPr algn="ctr"/>
                      <a:r>
                        <a:rPr lang="en-US"/>
                        <a:t>DBA</a:t>
                      </a:r>
                    </a:p>
                  </a:txBody>
                  <a:tcPr/>
                </a:tc>
                <a:extLst>
                  <a:ext uri="{0D108BD9-81ED-4DB2-BD59-A6C34878D82A}">
                    <a16:rowId xmlns:a16="http://schemas.microsoft.com/office/drawing/2014/main" val="2840823509"/>
                  </a:ext>
                </a:extLst>
              </a:tr>
              <a:tr h="370840">
                <a:tc>
                  <a:txBody>
                    <a:bodyPr/>
                    <a:lstStyle/>
                    <a:p>
                      <a:pPr algn="l"/>
                      <a:r>
                        <a:rPr lang="en-US"/>
                        <a:t>Application 1</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858343177"/>
                  </a:ext>
                </a:extLst>
              </a:tr>
              <a:tr h="370840">
                <a:tc>
                  <a:txBody>
                    <a:bodyPr/>
                    <a:lstStyle/>
                    <a:p>
                      <a:pPr algn="l"/>
                      <a:r>
                        <a:rPr lang="en-US"/>
                        <a:t>Application 2</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916691829"/>
                  </a:ext>
                </a:extLst>
              </a:tr>
            </a:tbl>
          </a:graphicData>
        </a:graphic>
      </p:graphicFrame>
      <p:sp>
        <p:nvSpPr>
          <p:cNvPr id="8" name="TextBox 7">
            <a:extLst>
              <a:ext uri="{FF2B5EF4-FFF2-40B4-BE49-F238E27FC236}">
                <a16:creationId xmlns:a16="http://schemas.microsoft.com/office/drawing/2014/main" id="{5515F195-66BC-F1D2-1FB6-2FAEB7A1572D}"/>
              </a:ext>
            </a:extLst>
          </p:cNvPr>
          <p:cNvSpPr txBox="1"/>
          <p:nvPr/>
        </p:nvSpPr>
        <p:spPr>
          <a:xfrm>
            <a:off x="2259405" y="3439393"/>
            <a:ext cx="8128000" cy="369332"/>
          </a:xfrm>
          <a:prstGeom prst="rect">
            <a:avLst/>
          </a:prstGeom>
          <a:solidFill>
            <a:schemeClr val="accent1"/>
          </a:solidFill>
        </p:spPr>
        <p:txBody>
          <a:bodyPr wrap="square">
            <a:spAutoFit/>
          </a:bodyPr>
          <a:lstStyle/>
          <a:p>
            <a:r>
              <a:rPr lang="en-US" u="sng">
                <a:solidFill>
                  <a:schemeClr val="bg1"/>
                </a:solidFill>
              </a:rPr>
              <a:t>App Owner</a:t>
            </a:r>
            <a:r>
              <a:rPr lang="en-US">
                <a:solidFill>
                  <a:schemeClr val="bg1"/>
                </a:solidFill>
              </a:rPr>
              <a:t>: R Matthews </a:t>
            </a:r>
            <a:r>
              <a:rPr lang="en-US" u="sng">
                <a:solidFill>
                  <a:schemeClr val="bg1"/>
                </a:solidFill>
              </a:rPr>
              <a:t>Architect</a:t>
            </a:r>
            <a:r>
              <a:rPr lang="en-US">
                <a:solidFill>
                  <a:schemeClr val="bg1"/>
                </a:solidFill>
              </a:rPr>
              <a:t>: J Smith </a:t>
            </a:r>
            <a:r>
              <a:rPr lang="en-US" u="sng">
                <a:solidFill>
                  <a:schemeClr val="bg1"/>
                </a:solidFill>
              </a:rPr>
              <a:t>TPM</a:t>
            </a:r>
            <a:r>
              <a:rPr lang="en-US">
                <a:solidFill>
                  <a:schemeClr val="bg1"/>
                </a:solidFill>
              </a:rPr>
              <a:t>: K Long</a:t>
            </a:r>
            <a:endParaRPr lang="en-US" b="1" u="sng">
              <a:solidFill>
                <a:schemeClr val="bg1"/>
              </a:solidFill>
            </a:endParaRPr>
          </a:p>
        </p:txBody>
      </p:sp>
      <p:graphicFrame>
        <p:nvGraphicFramePr>
          <p:cNvPr id="11" name="Diagram 10">
            <a:extLst>
              <a:ext uri="{FF2B5EF4-FFF2-40B4-BE49-F238E27FC236}">
                <a16:creationId xmlns:a16="http://schemas.microsoft.com/office/drawing/2014/main" id="{F4189B56-CAE4-51C6-94F2-8C211FDF5783}"/>
              </a:ext>
            </a:extLst>
          </p:cNvPr>
          <p:cNvGraphicFramePr/>
          <p:nvPr>
            <p:extLst>
              <p:ext uri="{D42A27DB-BD31-4B8C-83A1-F6EECF244321}">
                <p14:modId xmlns:p14="http://schemas.microsoft.com/office/powerpoint/2010/main" val="1290525347"/>
              </p:ext>
            </p:extLst>
          </p:nvPr>
        </p:nvGraphicFramePr>
        <p:xfrm>
          <a:off x="2000468" y="1388675"/>
          <a:ext cx="8128000" cy="1727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27256CED-B67C-BA41-0564-205F8EBCD04B}"/>
              </a:ext>
            </a:extLst>
          </p:cNvPr>
          <p:cNvSpPr txBox="1"/>
          <p:nvPr/>
        </p:nvSpPr>
        <p:spPr>
          <a:xfrm>
            <a:off x="594360" y="5708755"/>
            <a:ext cx="10390986" cy="369332"/>
          </a:xfrm>
          <a:prstGeom prst="rect">
            <a:avLst/>
          </a:prstGeom>
          <a:noFill/>
        </p:spPr>
        <p:txBody>
          <a:bodyPr wrap="none" rtlCol="0">
            <a:spAutoFit/>
          </a:bodyPr>
          <a:lstStyle/>
          <a:p>
            <a:r>
              <a:rPr lang="en-US"/>
              <a:t>*  A WKDR Program Representative is required to observe DR Exercise Execution (specifically UC2/3 and UC4.)</a:t>
            </a:r>
          </a:p>
        </p:txBody>
      </p:sp>
    </p:spTree>
    <p:extLst>
      <p:ext uri="{BB962C8B-B14F-4D97-AF65-F5344CB8AC3E}">
        <p14:creationId xmlns:p14="http://schemas.microsoft.com/office/powerpoint/2010/main" val="588232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5CAAADC-B4FB-4431-BE5D-794544A4038B}"/>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Use Cases</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AE592B9B-0B3B-47C5-A217-BEEA769CE0F3}"/>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4</a:t>
            </a:fld>
            <a:endParaRPr lang="en-US" altLang="en-US" sz="800"/>
          </a:p>
        </p:txBody>
      </p:sp>
      <p:sp>
        <p:nvSpPr>
          <p:cNvPr id="10" name="Rectangle 9">
            <a:extLst>
              <a:ext uri="{FF2B5EF4-FFF2-40B4-BE49-F238E27FC236}">
                <a16:creationId xmlns:a16="http://schemas.microsoft.com/office/drawing/2014/main" id="{476ACE22-341D-4F99-8E3A-F8E3DF1631D3}"/>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graphicFrame>
        <p:nvGraphicFramePr>
          <p:cNvPr id="2" name="Table 2">
            <a:extLst>
              <a:ext uri="{FF2B5EF4-FFF2-40B4-BE49-F238E27FC236}">
                <a16:creationId xmlns:a16="http://schemas.microsoft.com/office/drawing/2014/main" id="{DEE80FE7-C727-4883-57F2-ABF1A41A9A74}"/>
              </a:ext>
            </a:extLst>
          </p:cNvPr>
          <p:cNvGraphicFramePr>
            <a:graphicFrameLocks noGrp="1"/>
          </p:cNvGraphicFramePr>
          <p:nvPr>
            <p:extLst>
              <p:ext uri="{D42A27DB-BD31-4B8C-83A1-F6EECF244321}">
                <p14:modId xmlns:p14="http://schemas.microsoft.com/office/powerpoint/2010/main" val="2595069415"/>
              </p:ext>
            </p:extLst>
          </p:nvPr>
        </p:nvGraphicFramePr>
        <p:xfrm>
          <a:off x="647101" y="1366520"/>
          <a:ext cx="11066992" cy="1097280"/>
        </p:xfrm>
        <a:graphic>
          <a:graphicData uri="http://schemas.openxmlformats.org/drawingml/2006/table">
            <a:tbl>
              <a:tblPr firstRow="1" bandRow="1">
                <a:tableStyleId>{5C22544A-7EE6-4342-B048-85BDC9FD1C3A}</a:tableStyleId>
              </a:tblPr>
              <a:tblGrid>
                <a:gridCol w="2630710">
                  <a:extLst>
                    <a:ext uri="{9D8B030D-6E8A-4147-A177-3AD203B41FA5}">
                      <a16:colId xmlns:a16="http://schemas.microsoft.com/office/drawing/2014/main" val="2517142656"/>
                    </a:ext>
                  </a:extLst>
                </a:gridCol>
                <a:gridCol w="2103731">
                  <a:extLst>
                    <a:ext uri="{9D8B030D-6E8A-4147-A177-3AD203B41FA5}">
                      <a16:colId xmlns:a16="http://schemas.microsoft.com/office/drawing/2014/main" val="579922979"/>
                    </a:ext>
                  </a:extLst>
                </a:gridCol>
                <a:gridCol w="2125089">
                  <a:extLst>
                    <a:ext uri="{9D8B030D-6E8A-4147-A177-3AD203B41FA5}">
                      <a16:colId xmlns:a16="http://schemas.microsoft.com/office/drawing/2014/main" val="2031615362"/>
                    </a:ext>
                  </a:extLst>
                </a:gridCol>
                <a:gridCol w="2103731">
                  <a:extLst>
                    <a:ext uri="{9D8B030D-6E8A-4147-A177-3AD203B41FA5}">
                      <a16:colId xmlns:a16="http://schemas.microsoft.com/office/drawing/2014/main" val="2279555237"/>
                    </a:ext>
                  </a:extLst>
                </a:gridCol>
                <a:gridCol w="2103731">
                  <a:extLst>
                    <a:ext uri="{9D8B030D-6E8A-4147-A177-3AD203B41FA5}">
                      <a16:colId xmlns:a16="http://schemas.microsoft.com/office/drawing/2014/main" val="1938988063"/>
                    </a:ext>
                  </a:extLst>
                </a:gridCol>
              </a:tblGrid>
              <a:tr h="370840">
                <a:tc>
                  <a:txBody>
                    <a:bodyPr/>
                    <a:lstStyle/>
                    <a:p>
                      <a:pPr algn="ctr"/>
                      <a:r>
                        <a:rPr lang="en-US"/>
                        <a:t>Use Case 1</a:t>
                      </a:r>
                      <a:br>
                        <a:rPr lang="en-US"/>
                      </a:br>
                      <a:r>
                        <a:rPr lang="en-US" sz="1400"/>
                        <a:t>(High Availability)</a:t>
                      </a:r>
                    </a:p>
                  </a:txBody>
                  <a:tcPr/>
                </a:tc>
                <a:tc>
                  <a:txBody>
                    <a:bodyPr/>
                    <a:lstStyle/>
                    <a:p>
                      <a:pPr algn="ctr"/>
                      <a:r>
                        <a:rPr lang="en-US"/>
                        <a:t>Use Case 2</a:t>
                      </a:r>
                      <a:br>
                        <a:rPr lang="en-US"/>
                      </a:br>
                      <a:r>
                        <a:rPr lang="en-US" sz="1400"/>
                        <a:t>(Site Disaster Recovery)</a:t>
                      </a:r>
                      <a:endParaRPr lang="en-US"/>
                    </a:p>
                  </a:txBody>
                  <a:tcPr/>
                </a:tc>
                <a:tc>
                  <a:txBody>
                    <a:bodyPr/>
                    <a:lstStyle/>
                    <a:p>
                      <a:pPr algn="ctr"/>
                      <a:r>
                        <a:rPr lang="en-US" dirty="0"/>
                        <a:t>Use Case 3</a:t>
                      </a:r>
                      <a:br>
                        <a:rPr lang="en-US" dirty="0"/>
                      </a:br>
                      <a:r>
                        <a:rPr lang="en-US" sz="1400" dirty="0"/>
                        <a:t>(Alternate Hosting)</a:t>
                      </a:r>
                    </a:p>
                  </a:txBody>
                  <a:tcPr/>
                </a:tc>
                <a:tc>
                  <a:txBody>
                    <a:bodyPr/>
                    <a:lstStyle/>
                    <a:p>
                      <a:pPr algn="ctr"/>
                      <a:r>
                        <a:rPr lang="en-US"/>
                        <a:t>Use Case 4</a:t>
                      </a:r>
                      <a:br>
                        <a:rPr lang="en-US"/>
                      </a:br>
                      <a:r>
                        <a:rPr lang="en-US" sz="1400"/>
                        <a:t>(Data Corruption)</a:t>
                      </a:r>
                    </a:p>
                  </a:txBody>
                  <a:tcPr/>
                </a:tc>
                <a:tc>
                  <a:txBody>
                    <a:bodyPr/>
                    <a:lstStyle/>
                    <a:p>
                      <a:pPr algn="ctr"/>
                      <a:r>
                        <a:rPr lang="en-US" sz="1800"/>
                        <a:t>Use Case 5</a:t>
                      </a:r>
                      <a:br>
                        <a:rPr lang="en-US" sz="1800"/>
                      </a:br>
                      <a:r>
                        <a:rPr lang="en-US" sz="1400"/>
                        <a:t>(Volumetric Attack)</a:t>
                      </a:r>
                    </a:p>
                  </a:txBody>
                  <a:tcPr/>
                </a:tc>
                <a:extLst>
                  <a:ext uri="{0D108BD9-81ED-4DB2-BD59-A6C34878D82A}">
                    <a16:rowId xmlns:a16="http://schemas.microsoft.com/office/drawing/2014/main" val="2080370398"/>
                  </a:ext>
                </a:extLst>
              </a:tr>
              <a:tr h="370840">
                <a:tc>
                  <a:txBody>
                    <a:bodyPr/>
                    <a:lstStyle/>
                    <a:p>
                      <a:pPr algn="ctr"/>
                      <a:r>
                        <a:rPr lang="en-US" sz="1400" b="0"/>
                        <a:t>App &amp; DB Layer</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0"/>
                        <a:t>Same Hosting Site </a:t>
                      </a:r>
                      <a:br>
                        <a:rPr lang="en-US" sz="1400" b="0"/>
                      </a:br>
                      <a:r>
                        <a:rPr lang="en-US" sz="1400" b="0"/>
                        <a:t>(AWS)</a:t>
                      </a:r>
                    </a:p>
                  </a:txBody>
                  <a:tcPr/>
                </a:tc>
                <a:tc>
                  <a:txBody>
                    <a:bodyPr/>
                    <a:lstStyle/>
                    <a:p>
                      <a:pPr algn="ctr"/>
                      <a:r>
                        <a:rPr lang="en-US" sz="1400" b="0"/>
                        <a:t>Cross Cloud Hosting Site</a:t>
                      </a:r>
                      <a:br>
                        <a:rPr lang="en-US" sz="1400" b="0"/>
                      </a:br>
                      <a:r>
                        <a:rPr lang="en-US" sz="1400" b="0"/>
                        <a:t>(AWS-&gt;Azure)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0"/>
                        <a:t>App &amp; DB Layer</a:t>
                      </a:r>
                    </a:p>
                    <a:p>
                      <a:pPr algn="ctr"/>
                      <a:endParaRPr lang="en-US" sz="1400" b="0"/>
                    </a:p>
                  </a:txBody>
                  <a:tcPr/>
                </a:tc>
                <a:tc>
                  <a:txBody>
                    <a:bodyPr/>
                    <a:lstStyle/>
                    <a:p>
                      <a:pPr algn="ctr"/>
                      <a:r>
                        <a:rPr lang="en-US" sz="1400" b="0" dirty="0"/>
                        <a:t>WAF Documentation Only</a:t>
                      </a:r>
                    </a:p>
                  </a:txBody>
                  <a:tcPr/>
                </a:tc>
                <a:extLst>
                  <a:ext uri="{0D108BD9-81ED-4DB2-BD59-A6C34878D82A}">
                    <a16:rowId xmlns:a16="http://schemas.microsoft.com/office/drawing/2014/main" val="3424339761"/>
                  </a:ext>
                </a:extLst>
              </a:tr>
            </a:tbl>
          </a:graphicData>
        </a:graphic>
      </p:graphicFrame>
      <p:sp>
        <p:nvSpPr>
          <p:cNvPr id="3" name="TextBox 2">
            <a:extLst>
              <a:ext uri="{FF2B5EF4-FFF2-40B4-BE49-F238E27FC236}">
                <a16:creationId xmlns:a16="http://schemas.microsoft.com/office/drawing/2014/main" id="{224A010E-98E1-1B1B-6B3B-CA790A258A3D}"/>
              </a:ext>
            </a:extLst>
          </p:cNvPr>
          <p:cNvSpPr txBox="1"/>
          <p:nvPr/>
        </p:nvSpPr>
        <p:spPr>
          <a:xfrm>
            <a:off x="576332" y="2797583"/>
            <a:ext cx="11271112" cy="2554545"/>
          </a:xfrm>
          <a:prstGeom prst="rect">
            <a:avLst/>
          </a:prstGeom>
          <a:noFill/>
        </p:spPr>
        <p:txBody>
          <a:bodyPr wrap="square" rtlCol="0">
            <a:spAutoFit/>
          </a:bodyPr>
          <a:lstStyle/>
          <a:p>
            <a:pPr marL="342900" indent="-342900">
              <a:buFont typeface="+mj-lt"/>
              <a:buAutoNum type="arabicPeriod"/>
            </a:pPr>
            <a:r>
              <a:rPr lang="en-US" sz="1600" dirty="0">
                <a:solidFill>
                  <a:schemeClr val="tx2"/>
                </a:solidFill>
              </a:rPr>
              <a:t>Use Case 1 is the testing of High Availability application and database systems by bringing down the primary and switching over to the secondary.</a:t>
            </a:r>
          </a:p>
          <a:p>
            <a:pPr marL="342900" indent="-342900">
              <a:buFont typeface="+mj-lt"/>
              <a:buAutoNum type="arabicPeriod"/>
            </a:pPr>
            <a:r>
              <a:rPr lang="en-US" sz="1600" dirty="0">
                <a:solidFill>
                  <a:schemeClr val="tx2"/>
                </a:solidFill>
              </a:rPr>
              <a:t>Use Case 2 is the Failover/Failback use case where the application is moved from the primary hosting site to the DR hosting site when the hosting sites are with the same hosting provider:  AWS Virginia -&gt; AWS Ohio.  Only Failover timing is recorded for RTA.</a:t>
            </a:r>
          </a:p>
          <a:p>
            <a:pPr marL="342900" indent="-342900">
              <a:buFont typeface="+mj-lt"/>
              <a:buAutoNum type="arabicPeriod"/>
            </a:pPr>
            <a:r>
              <a:rPr lang="en-US" sz="1600" dirty="0">
                <a:solidFill>
                  <a:schemeClr val="tx2"/>
                </a:solidFill>
              </a:rPr>
              <a:t>Use Case 3 is the Failover use case where the application is moved from the primary hosting site to the DR hosting site when the hosting sites are provided by different providers:  AWS -&gt; Azure. This is sometimes referred to as cross cloud hosting sites.  Only Failover timing is recorded for RTA.</a:t>
            </a:r>
          </a:p>
          <a:p>
            <a:pPr marL="342900" indent="-342900">
              <a:buFont typeface="+mj-lt"/>
              <a:buAutoNum type="arabicPeriod"/>
            </a:pPr>
            <a:r>
              <a:rPr lang="en-US" sz="1600" dirty="0">
                <a:solidFill>
                  <a:schemeClr val="tx2"/>
                </a:solidFill>
              </a:rPr>
              <a:t>Use Case 4 is the Data Corruption Use Case where data is deleted or corrupted on the application server and in the application database.  The restoration of that data from backups is tested and timed.</a:t>
            </a:r>
          </a:p>
          <a:p>
            <a:pPr marL="342900" indent="-342900">
              <a:buFont typeface="+mj-lt"/>
              <a:buAutoNum type="arabicPeriod"/>
            </a:pPr>
            <a:r>
              <a:rPr lang="en-US" sz="1600" dirty="0">
                <a:solidFill>
                  <a:schemeClr val="tx2"/>
                </a:solidFill>
              </a:rPr>
              <a:t>Use Case 5 is the requirement to provide evidence of security defense against a volumetric (DDOS) attack.</a:t>
            </a:r>
          </a:p>
        </p:txBody>
      </p:sp>
    </p:spTree>
    <p:extLst>
      <p:ext uri="{BB962C8B-B14F-4D97-AF65-F5344CB8AC3E}">
        <p14:creationId xmlns:p14="http://schemas.microsoft.com/office/powerpoint/2010/main" val="279082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472E-8E43-B9ED-644D-4201F407C8DF}"/>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2452024E-74F9-5CA7-D3FB-65B063DE3709}"/>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Metrics</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EEE0B220-F7A3-2299-D324-554718E67B85}"/>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5</a:t>
            </a:fld>
            <a:endParaRPr lang="en-US" altLang="en-US" sz="800"/>
          </a:p>
        </p:txBody>
      </p:sp>
      <p:sp>
        <p:nvSpPr>
          <p:cNvPr id="10" name="Rectangle 9">
            <a:extLst>
              <a:ext uri="{FF2B5EF4-FFF2-40B4-BE49-F238E27FC236}">
                <a16:creationId xmlns:a16="http://schemas.microsoft.com/office/drawing/2014/main" id="{B077B14F-6398-C248-455C-D0819017EB57}"/>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sp>
        <p:nvSpPr>
          <p:cNvPr id="3" name="TextBox 2">
            <a:extLst>
              <a:ext uri="{FF2B5EF4-FFF2-40B4-BE49-F238E27FC236}">
                <a16:creationId xmlns:a16="http://schemas.microsoft.com/office/drawing/2014/main" id="{24772FBA-A2EF-01EF-8FCD-9F9868EF65FA}"/>
              </a:ext>
            </a:extLst>
          </p:cNvPr>
          <p:cNvSpPr txBox="1"/>
          <p:nvPr/>
        </p:nvSpPr>
        <p:spPr>
          <a:xfrm>
            <a:off x="512693" y="1091909"/>
            <a:ext cx="11271112" cy="3046988"/>
          </a:xfrm>
          <a:prstGeom prst="rect">
            <a:avLst/>
          </a:prstGeom>
          <a:noFill/>
        </p:spPr>
        <p:txBody>
          <a:bodyPr wrap="square" rtlCol="0">
            <a:spAutoFit/>
          </a:bodyPr>
          <a:lstStyle/>
          <a:p>
            <a:pPr marL="342900" indent="-342900">
              <a:buFont typeface="+mj-lt"/>
              <a:buAutoNum type="arabicPeriod"/>
            </a:pPr>
            <a:r>
              <a:rPr lang="en-US" sz="1600" u="sng" dirty="0">
                <a:solidFill>
                  <a:schemeClr val="tx2"/>
                </a:solidFill>
              </a:rPr>
              <a:t>Recovery Point Objective (RPO)</a:t>
            </a:r>
            <a:r>
              <a:rPr lang="en-US" sz="1600" dirty="0">
                <a:solidFill>
                  <a:schemeClr val="tx2"/>
                </a:solidFill>
              </a:rPr>
              <a:t> - Recovery Point Objective is the maximum amount of data loss that would be acceptable to an organization in a Failover, Failback, Data Corruption event.</a:t>
            </a:r>
          </a:p>
          <a:p>
            <a:pPr marL="342900" indent="-342900">
              <a:buFont typeface="+mj-lt"/>
              <a:buAutoNum type="arabicPeriod"/>
            </a:pPr>
            <a:r>
              <a:rPr lang="en-US" sz="1600" u="sng" dirty="0">
                <a:solidFill>
                  <a:schemeClr val="tx2"/>
                </a:solidFill>
              </a:rPr>
              <a:t>Recovery Time Objective (RTO)</a:t>
            </a:r>
            <a:r>
              <a:rPr lang="en-US" sz="1600" dirty="0">
                <a:solidFill>
                  <a:schemeClr val="tx2"/>
                </a:solidFill>
              </a:rPr>
              <a:t> - Recovery Time Objective is the maximum length of time a computer, system, network, or application can be down following a failure, i.e. Failover, Failback, Data Corruption.</a:t>
            </a:r>
          </a:p>
          <a:p>
            <a:pPr marL="342900" indent="-342900">
              <a:buFont typeface="+mj-lt"/>
              <a:buAutoNum type="arabicPeriod"/>
            </a:pPr>
            <a:r>
              <a:rPr lang="en-US" sz="1600" u="sng" dirty="0">
                <a:solidFill>
                  <a:schemeClr val="tx2"/>
                </a:solidFill>
              </a:rPr>
              <a:t>Recovery Point Achieved (RPA)</a:t>
            </a:r>
            <a:r>
              <a:rPr lang="en-US" sz="1600" dirty="0">
                <a:solidFill>
                  <a:schemeClr val="tx2"/>
                </a:solidFill>
              </a:rPr>
              <a:t> - Recovery Point Actual measures the real data loss when this happens, which is usually based on the data lost between the failure and when the last backup was made.</a:t>
            </a:r>
          </a:p>
          <a:p>
            <a:pPr marL="342900" indent="-342900">
              <a:buFont typeface="+mj-lt"/>
              <a:buAutoNum type="arabicPeriod"/>
            </a:pPr>
            <a:r>
              <a:rPr lang="en-US" sz="1600" u="sng" dirty="0">
                <a:solidFill>
                  <a:schemeClr val="tx2"/>
                </a:solidFill>
              </a:rPr>
              <a:t>Recovery Time Achieved (RTA)</a:t>
            </a:r>
            <a:r>
              <a:rPr lang="en-US" sz="1600" dirty="0">
                <a:solidFill>
                  <a:schemeClr val="tx2"/>
                </a:solidFill>
              </a:rPr>
              <a:t> - Recovery Time Actual is the recorded amount time in which a given Disaster Recovery Event is executed, i.e. Failover, Failback, Data Corruption.</a:t>
            </a:r>
          </a:p>
          <a:p>
            <a:pPr marL="342900" indent="-342900">
              <a:buFont typeface="+mj-lt"/>
              <a:buAutoNum type="arabicPeriod"/>
            </a:pPr>
            <a:endParaRPr lang="en-US" sz="1600" dirty="0">
              <a:solidFill>
                <a:schemeClr val="tx2"/>
              </a:solidFill>
            </a:endParaRPr>
          </a:p>
          <a:p>
            <a:r>
              <a:rPr lang="en-US" sz="1600" dirty="0">
                <a:solidFill>
                  <a:schemeClr val="tx2"/>
                </a:solidFill>
              </a:rPr>
              <a:t>The metrics are the measure of pass or fail for your DR Exercise.  RPO &amp; RTO are the thresholds that you have agreed upon with the business.  RPA &amp; RTA are the actual recorded times during your DR Exercise.  RPA &amp; RTA cannot exceed RPO &amp; RTO in order to receive approval from the WKDR Governance Program.</a:t>
            </a:r>
          </a:p>
        </p:txBody>
      </p:sp>
    </p:spTree>
    <p:extLst>
      <p:ext uri="{BB962C8B-B14F-4D97-AF65-F5344CB8AC3E}">
        <p14:creationId xmlns:p14="http://schemas.microsoft.com/office/powerpoint/2010/main" val="290680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C588D-C8B1-19E0-7E96-CB96241D787D}"/>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83F1EB96-BA2C-824F-FF8F-FA5A9AE6267D}"/>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Disaster Recovery Lifecycle</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6583D679-16E4-2B65-7E87-C0E584786A3E}"/>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6</a:t>
            </a:fld>
            <a:endParaRPr lang="en-US" altLang="en-US" sz="800"/>
          </a:p>
        </p:txBody>
      </p:sp>
      <p:sp>
        <p:nvSpPr>
          <p:cNvPr id="10" name="Rectangle 9">
            <a:extLst>
              <a:ext uri="{FF2B5EF4-FFF2-40B4-BE49-F238E27FC236}">
                <a16:creationId xmlns:a16="http://schemas.microsoft.com/office/drawing/2014/main" id="{D3D6B6D8-BA28-464E-42BC-B4E6CC8C145B}"/>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graphicFrame>
        <p:nvGraphicFramePr>
          <p:cNvPr id="3" name="Diagram 2">
            <a:extLst>
              <a:ext uri="{FF2B5EF4-FFF2-40B4-BE49-F238E27FC236}">
                <a16:creationId xmlns:a16="http://schemas.microsoft.com/office/drawing/2014/main" id="{CAAD6428-6FC5-CF75-3B21-8E1946D4C135}"/>
              </a:ext>
            </a:extLst>
          </p:cNvPr>
          <p:cNvGraphicFramePr/>
          <p:nvPr>
            <p:extLst>
              <p:ext uri="{D42A27DB-BD31-4B8C-83A1-F6EECF244321}">
                <p14:modId xmlns:p14="http://schemas.microsoft.com/office/powerpoint/2010/main" val="2773671667"/>
              </p:ext>
            </p:extLst>
          </p:nvPr>
        </p:nvGraphicFramePr>
        <p:xfrm>
          <a:off x="512693" y="1482973"/>
          <a:ext cx="11011794" cy="27706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2547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5CAAADC-B4FB-4431-BE5D-794544A4038B}"/>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Disaster Recovery Design (Advantage Ecosystem Example)</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AE592B9B-0B3B-47C5-A217-BEEA769CE0F3}"/>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7</a:t>
            </a:fld>
            <a:endParaRPr lang="en-US" altLang="en-US" sz="800"/>
          </a:p>
        </p:txBody>
      </p:sp>
      <p:sp>
        <p:nvSpPr>
          <p:cNvPr id="10" name="Rectangle 9">
            <a:extLst>
              <a:ext uri="{FF2B5EF4-FFF2-40B4-BE49-F238E27FC236}">
                <a16:creationId xmlns:a16="http://schemas.microsoft.com/office/drawing/2014/main" id="{476ACE22-341D-4F99-8E3A-F8E3DF1631D3}"/>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pic>
        <p:nvPicPr>
          <p:cNvPr id="3" name="Picture 2">
            <a:extLst>
              <a:ext uri="{FF2B5EF4-FFF2-40B4-BE49-F238E27FC236}">
                <a16:creationId xmlns:a16="http://schemas.microsoft.com/office/drawing/2014/main" id="{6D003FFA-B819-3E23-12B9-1118ADA78782}"/>
              </a:ext>
            </a:extLst>
          </p:cNvPr>
          <p:cNvPicPr>
            <a:picLocks noChangeAspect="1"/>
          </p:cNvPicPr>
          <p:nvPr/>
        </p:nvPicPr>
        <p:blipFill>
          <a:blip r:embed="rId3"/>
          <a:stretch>
            <a:fillRect/>
          </a:stretch>
        </p:blipFill>
        <p:spPr>
          <a:xfrm>
            <a:off x="667512" y="925286"/>
            <a:ext cx="10853928" cy="5007428"/>
          </a:xfrm>
          <a:prstGeom prst="rect">
            <a:avLst/>
          </a:prstGeom>
        </p:spPr>
      </p:pic>
    </p:spTree>
    <p:extLst>
      <p:ext uri="{BB962C8B-B14F-4D97-AF65-F5344CB8AC3E}">
        <p14:creationId xmlns:p14="http://schemas.microsoft.com/office/powerpoint/2010/main" val="2633997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5CAAADC-B4FB-4431-BE5D-794544A4038B}"/>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Documentation</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AE592B9B-0B3B-47C5-A217-BEEA769CE0F3}"/>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8</a:t>
            </a:fld>
            <a:endParaRPr lang="en-US" altLang="en-US" sz="800"/>
          </a:p>
        </p:txBody>
      </p:sp>
      <p:sp>
        <p:nvSpPr>
          <p:cNvPr id="10" name="Rectangle 9">
            <a:extLst>
              <a:ext uri="{FF2B5EF4-FFF2-40B4-BE49-F238E27FC236}">
                <a16:creationId xmlns:a16="http://schemas.microsoft.com/office/drawing/2014/main" id="{476ACE22-341D-4F99-8E3A-F8E3DF1631D3}"/>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graphicFrame>
        <p:nvGraphicFramePr>
          <p:cNvPr id="4" name="Table 3">
            <a:extLst>
              <a:ext uri="{FF2B5EF4-FFF2-40B4-BE49-F238E27FC236}">
                <a16:creationId xmlns:a16="http://schemas.microsoft.com/office/drawing/2014/main" id="{954FE0C6-28BE-8818-8119-2E89E2B1B7BE}"/>
              </a:ext>
            </a:extLst>
          </p:cNvPr>
          <p:cNvGraphicFramePr>
            <a:graphicFrameLocks noGrp="1"/>
          </p:cNvGraphicFramePr>
          <p:nvPr>
            <p:extLst>
              <p:ext uri="{D42A27DB-BD31-4B8C-83A1-F6EECF244321}">
                <p14:modId xmlns:p14="http://schemas.microsoft.com/office/powerpoint/2010/main" val="960467411"/>
              </p:ext>
            </p:extLst>
          </p:nvPr>
        </p:nvGraphicFramePr>
        <p:xfrm>
          <a:off x="1202432" y="1203960"/>
          <a:ext cx="8128000" cy="37084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19156689"/>
                    </a:ext>
                  </a:extLst>
                </a:gridCol>
                <a:gridCol w="4064000">
                  <a:extLst>
                    <a:ext uri="{9D8B030D-6E8A-4147-A177-3AD203B41FA5}">
                      <a16:colId xmlns:a16="http://schemas.microsoft.com/office/drawing/2014/main" val="2178555285"/>
                    </a:ext>
                  </a:extLst>
                </a:gridCol>
              </a:tblGrid>
              <a:tr h="370840">
                <a:tc>
                  <a:txBody>
                    <a:bodyPr/>
                    <a:lstStyle/>
                    <a:p>
                      <a:pPr algn="ctr"/>
                      <a:r>
                        <a:rPr lang="en-US"/>
                        <a:t>Document</a:t>
                      </a:r>
                    </a:p>
                  </a:txBody>
                  <a:tcPr/>
                </a:tc>
                <a:tc>
                  <a:txBody>
                    <a:bodyPr/>
                    <a:lstStyle/>
                    <a:p>
                      <a:pPr algn="ctr"/>
                      <a:r>
                        <a:rPr lang="en-US"/>
                        <a:t>Owner</a:t>
                      </a:r>
                    </a:p>
                  </a:txBody>
                  <a:tcPr/>
                </a:tc>
                <a:extLst>
                  <a:ext uri="{0D108BD9-81ED-4DB2-BD59-A6C34878D82A}">
                    <a16:rowId xmlns:a16="http://schemas.microsoft.com/office/drawing/2014/main" val="3577763304"/>
                  </a:ext>
                </a:extLst>
              </a:tr>
              <a:tr h="370840">
                <a:tc>
                  <a:txBody>
                    <a:bodyPr/>
                    <a:lstStyle/>
                    <a:p>
                      <a:r>
                        <a:rPr lang="en-US"/>
                        <a:t>Technical Recovery Procedure</a:t>
                      </a:r>
                    </a:p>
                  </a:txBody>
                  <a:tcPr/>
                </a:tc>
                <a:tc>
                  <a:txBody>
                    <a:bodyPr/>
                    <a:lstStyle/>
                    <a:p>
                      <a:r>
                        <a:rPr lang="en-US"/>
                        <a:t>DevOps + App Leads</a:t>
                      </a:r>
                    </a:p>
                  </a:txBody>
                  <a:tcPr/>
                </a:tc>
                <a:extLst>
                  <a:ext uri="{0D108BD9-81ED-4DB2-BD59-A6C34878D82A}">
                    <a16:rowId xmlns:a16="http://schemas.microsoft.com/office/drawing/2014/main" val="4029700282"/>
                  </a:ext>
                </a:extLst>
              </a:tr>
              <a:tr h="370840">
                <a:tc>
                  <a:txBody>
                    <a:bodyPr/>
                    <a:lstStyle/>
                    <a:p>
                      <a:r>
                        <a:rPr lang="en-US"/>
                        <a:t>Application Recovery Procedure</a:t>
                      </a:r>
                    </a:p>
                  </a:txBody>
                  <a:tcPr/>
                </a:tc>
                <a:tc>
                  <a:txBody>
                    <a:bodyPr/>
                    <a:lstStyle/>
                    <a:p>
                      <a:r>
                        <a:rPr lang="en-US"/>
                        <a:t>App Leads</a:t>
                      </a:r>
                    </a:p>
                  </a:txBody>
                  <a:tcPr/>
                </a:tc>
                <a:extLst>
                  <a:ext uri="{0D108BD9-81ED-4DB2-BD59-A6C34878D82A}">
                    <a16:rowId xmlns:a16="http://schemas.microsoft.com/office/drawing/2014/main" val="1316785540"/>
                  </a:ext>
                </a:extLst>
              </a:tr>
              <a:tr h="370840">
                <a:tc>
                  <a:txBody>
                    <a:bodyPr/>
                    <a:lstStyle/>
                    <a:p>
                      <a:r>
                        <a:rPr lang="en-US"/>
                        <a:t>Application Verification Procedures</a:t>
                      </a:r>
                    </a:p>
                  </a:txBody>
                  <a:tcPr/>
                </a:tc>
                <a:tc>
                  <a:txBody>
                    <a:bodyPr/>
                    <a:lstStyle/>
                    <a:p>
                      <a:r>
                        <a:rPr lang="en-US"/>
                        <a:t>QA</a:t>
                      </a:r>
                    </a:p>
                  </a:txBody>
                  <a:tcPr/>
                </a:tc>
                <a:extLst>
                  <a:ext uri="{0D108BD9-81ED-4DB2-BD59-A6C34878D82A}">
                    <a16:rowId xmlns:a16="http://schemas.microsoft.com/office/drawing/2014/main" val="2039594579"/>
                  </a:ext>
                </a:extLst>
              </a:tr>
              <a:tr h="370840">
                <a:tc>
                  <a:txBody>
                    <a:bodyPr/>
                    <a:lstStyle/>
                    <a:p>
                      <a:r>
                        <a:rPr lang="en-US"/>
                        <a:t>Business Impact Assessment</a:t>
                      </a:r>
                    </a:p>
                  </a:txBody>
                  <a:tcPr/>
                </a:tc>
                <a:tc>
                  <a:txBody>
                    <a:bodyPr/>
                    <a:lstStyle/>
                    <a:p>
                      <a:r>
                        <a:rPr lang="en-US"/>
                        <a:t>App Owner/App Manager</a:t>
                      </a:r>
                    </a:p>
                  </a:txBody>
                  <a:tcPr/>
                </a:tc>
                <a:extLst>
                  <a:ext uri="{0D108BD9-81ED-4DB2-BD59-A6C34878D82A}">
                    <a16:rowId xmlns:a16="http://schemas.microsoft.com/office/drawing/2014/main" val="175903340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Disaster Recovery Plan</a:t>
                      </a:r>
                    </a:p>
                  </a:txBody>
                  <a:tcPr/>
                </a:tc>
                <a:tc>
                  <a:txBody>
                    <a:bodyPr/>
                    <a:lstStyle/>
                    <a:p>
                      <a:r>
                        <a:rPr lang="en-US"/>
                        <a:t>App Owner/App Manager?</a:t>
                      </a:r>
                    </a:p>
                  </a:txBody>
                  <a:tcPr/>
                </a:tc>
                <a:extLst>
                  <a:ext uri="{0D108BD9-81ED-4DB2-BD59-A6C34878D82A}">
                    <a16:rowId xmlns:a16="http://schemas.microsoft.com/office/drawing/2014/main" val="59421318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Solution Design Document</a:t>
                      </a:r>
                    </a:p>
                  </a:txBody>
                  <a:tcPr/>
                </a:tc>
                <a:tc>
                  <a:txBody>
                    <a:bodyPr/>
                    <a:lstStyle/>
                    <a:p>
                      <a:r>
                        <a:rPr lang="en-US"/>
                        <a:t>Architect/App Leads</a:t>
                      </a:r>
                    </a:p>
                  </a:txBody>
                  <a:tcPr/>
                </a:tc>
                <a:extLst>
                  <a:ext uri="{0D108BD9-81ED-4DB2-BD59-A6C34878D82A}">
                    <a16:rowId xmlns:a16="http://schemas.microsoft.com/office/drawing/2014/main" val="3209446996"/>
                  </a:ext>
                </a:extLst>
              </a:tr>
              <a:tr h="370840">
                <a:tc>
                  <a:txBody>
                    <a:bodyPr/>
                    <a:lstStyle/>
                    <a:p>
                      <a:r>
                        <a:rPr lang="en-US"/>
                        <a:t>Hour By Hour Plan</a:t>
                      </a:r>
                    </a:p>
                  </a:txBody>
                  <a:tcPr/>
                </a:tc>
                <a:tc>
                  <a:txBody>
                    <a:bodyPr/>
                    <a:lstStyle/>
                    <a:p>
                      <a:r>
                        <a:rPr lang="en-US"/>
                        <a:t>TPM + Team</a:t>
                      </a:r>
                    </a:p>
                  </a:txBody>
                  <a:tcPr/>
                </a:tc>
                <a:extLst>
                  <a:ext uri="{0D108BD9-81ED-4DB2-BD59-A6C34878D82A}">
                    <a16:rowId xmlns:a16="http://schemas.microsoft.com/office/drawing/2014/main" val="3836736939"/>
                  </a:ext>
                </a:extLst>
              </a:tr>
              <a:tr h="370840">
                <a:tc>
                  <a:txBody>
                    <a:bodyPr/>
                    <a:lstStyle/>
                    <a:p>
                      <a:r>
                        <a:rPr lang="en-US"/>
                        <a:t>Disaster Recovery Questionnaire*</a:t>
                      </a:r>
                    </a:p>
                  </a:txBody>
                  <a:tcPr/>
                </a:tc>
                <a:tc>
                  <a:txBody>
                    <a:bodyPr/>
                    <a:lstStyle/>
                    <a:p>
                      <a:r>
                        <a:rPr lang="en-US"/>
                        <a:t>App Owner/App Manager</a:t>
                      </a:r>
                    </a:p>
                  </a:txBody>
                  <a:tcPr/>
                </a:tc>
                <a:extLst>
                  <a:ext uri="{0D108BD9-81ED-4DB2-BD59-A6C34878D82A}">
                    <a16:rowId xmlns:a16="http://schemas.microsoft.com/office/drawing/2014/main" val="1090180432"/>
                  </a:ext>
                </a:extLst>
              </a:tr>
              <a:tr h="370840">
                <a:tc>
                  <a:txBody>
                    <a:bodyPr/>
                    <a:lstStyle/>
                    <a:p>
                      <a:r>
                        <a:rPr lang="en-US"/>
                        <a:t>Data Corruption Procedure</a:t>
                      </a:r>
                    </a:p>
                  </a:txBody>
                  <a:tcPr/>
                </a:tc>
                <a:tc>
                  <a:txBody>
                    <a:bodyPr/>
                    <a:lstStyle/>
                    <a:p>
                      <a:r>
                        <a:rPr lang="en-US"/>
                        <a:t>Business Analyst + App Leads</a:t>
                      </a:r>
                    </a:p>
                  </a:txBody>
                  <a:tcPr/>
                </a:tc>
                <a:extLst>
                  <a:ext uri="{0D108BD9-81ED-4DB2-BD59-A6C34878D82A}">
                    <a16:rowId xmlns:a16="http://schemas.microsoft.com/office/drawing/2014/main" val="3347281402"/>
                  </a:ext>
                </a:extLst>
              </a:tr>
            </a:tbl>
          </a:graphicData>
        </a:graphic>
      </p:graphicFrame>
      <p:sp>
        <p:nvSpPr>
          <p:cNvPr id="5" name="TextBox 4">
            <a:extLst>
              <a:ext uri="{FF2B5EF4-FFF2-40B4-BE49-F238E27FC236}">
                <a16:creationId xmlns:a16="http://schemas.microsoft.com/office/drawing/2014/main" id="{F7F00696-A23C-E5C5-A0C2-30A1C816FC81}"/>
              </a:ext>
            </a:extLst>
          </p:cNvPr>
          <p:cNvSpPr txBox="1"/>
          <p:nvPr/>
        </p:nvSpPr>
        <p:spPr>
          <a:xfrm>
            <a:off x="634141" y="5405975"/>
            <a:ext cx="11072839" cy="646331"/>
          </a:xfrm>
          <a:prstGeom prst="rect">
            <a:avLst/>
          </a:prstGeom>
          <a:noFill/>
        </p:spPr>
        <p:txBody>
          <a:bodyPr wrap="none" rtlCol="0">
            <a:spAutoFit/>
          </a:bodyPr>
          <a:lstStyle/>
          <a:p>
            <a:r>
              <a:rPr lang="en-US" baseline="30000" dirty="0"/>
              <a:t>1 </a:t>
            </a:r>
            <a:r>
              <a:rPr lang="en-US" dirty="0"/>
              <a:t>For DRQ, close out last years questionnaire observations and then respond to this year’s questions.</a:t>
            </a:r>
            <a:br>
              <a:rPr lang="en-US" dirty="0"/>
            </a:br>
            <a:r>
              <a:rPr lang="en-US" baseline="30000" dirty="0"/>
              <a:t>2 </a:t>
            </a:r>
            <a:r>
              <a:rPr lang="en-US" dirty="0"/>
              <a:t>There are some generic templates located here (you will most likely have to request access). </a:t>
            </a:r>
            <a:r>
              <a:rPr lang="en-US" dirty="0">
                <a:hlinkClick r:id="rId3"/>
              </a:rPr>
              <a:t>Generic DR Templates</a:t>
            </a:r>
            <a:endParaRPr lang="en-US" dirty="0"/>
          </a:p>
        </p:txBody>
      </p:sp>
      <p:sp>
        <p:nvSpPr>
          <p:cNvPr id="2" name="Rectangle 1">
            <a:extLst>
              <a:ext uri="{FF2B5EF4-FFF2-40B4-BE49-F238E27FC236}">
                <a16:creationId xmlns:a16="http://schemas.microsoft.com/office/drawing/2014/main" id="{438C6983-9561-5D60-66BB-70C34D690B04}"/>
              </a:ext>
            </a:extLst>
          </p:cNvPr>
          <p:cNvSpPr>
            <a:spLocks noChangeArrowheads="1"/>
          </p:cNvSpPr>
          <p:nvPr/>
        </p:nvSpPr>
        <p:spPr bwMode="auto">
          <a:xfrm>
            <a:off x="48925" y="-3821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3"/>
              </a:rPr>
              <a:t>Generic Templates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5954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5CAAADC-B4FB-4431-BE5D-794544A4038B}"/>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Infrastructure Standup and configuration</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AE592B9B-0B3B-47C5-A217-BEEA769CE0F3}"/>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9</a:t>
            </a:fld>
            <a:endParaRPr lang="en-US" altLang="en-US" sz="800"/>
          </a:p>
        </p:txBody>
      </p:sp>
      <p:sp>
        <p:nvSpPr>
          <p:cNvPr id="10" name="Rectangle 9">
            <a:extLst>
              <a:ext uri="{FF2B5EF4-FFF2-40B4-BE49-F238E27FC236}">
                <a16:creationId xmlns:a16="http://schemas.microsoft.com/office/drawing/2014/main" id="{476ACE22-341D-4F99-8E3A-F8E3DF1631D3}"/>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sp>
        <p:nvSpPr>
          <p:cNvPr id="6" name="TextBox 5">
            <a:extLst>
              <a:ext uri="{FF2B5EF4-FFF2-40B4-BE49-F238E27FC236}">
                <a16:creationId xmlns:a16="http://schemas.microsoft.com/office/drawing/2014/main" id="{9226A7EF-6034-7B29-4DB1-F2C422EBECAB}"/>
              </a:ext>
            </a:extLst>
          </p:cNvPr>
          <p:cNvSpPr txBox="1"/>
          <p:nvPr/>
        </p:nvSpPr>
        <p:spPr>
          <a:xfrm>
            <a:off x="843572" y="982104"/>
            <a:ext cx="10736631" cy="2031325"/>
          </a:xfrm>
          <a:prstGeom prst="rect">
            <a:avLst/>
          </a:prstGeom>
          <a:noFill/>
        </p:spPr>
        <p:txBody>
          <a:bodyPr wrap="square" rtlCol="0">
            <a:spAutoFit/>
          </a:bodyPr>
          <a:lstStyle/>
          <a:p>
            <a:pPr marL="800100" lvl="1" indent="-342900">
              <a:buFont typeface="+mj-lt"/>
              <a:buAutoNum type="arabicPeriod"/>
            </a:pPr>
            <a:r>
              <a:rPr lang="en-US"/>
              <a:t>Standup of Required Application Infrastructure: VM, CaaS Node, </a:t>
            </a:r>
            <a:r>
              <a:rPr lang="en-US" err="1"/>
              <a:t>etc</a:t>
            </a:r>
            <a:endParaRPr lang="en-US"/>
          </a:p>
          <a:p>
            <a:pPr marL="800100" lvl="1" indent="-342900">
              <a:buFont typeface="+mj-lt"/>
              <a:buAutoNum type="arabicPeriod"/>
            </a:pPr>
            <a:r>
              <a:rPr lang="en-US"/>
              <a:t>Standup of Required DB Infrastructure</a:t>
            </a:r>
          </a:p>
          <a:p>
            <a:pPr marL="800100" lvl="1" indent="-342900">
              <a:buFont typeface="+mj-lt"/>
              <a:buAutoNum type="arabicPeriod"/>
            </a:pPr>
            <a:r>
              <a:rPr lang="en-US"/>
              <a:t>Deployment of Application Code to DR Infrastructure</a:t>
            </a:r>
          </a:p>
          <a:p>
            <a:pPr marL="800100" lvl="1" indent="-342900">
              <a:buFont typeface="+mj-lt"/>
              <a:buAutoNum type="arabicPeriod"/>
            </a:pPr>
            <a:r>
              <a:rPr lang="en-US"/>
              <a:t>Deployment of Database Schema’s to DR Infrastructure</a:t>
            </a:r>
          </a:p>
          <a:p>
            <a:pPr marL="800100" lvl="1" indent="-342900">
              <a:buFont typeface="+mj-lt"/>
              <a:buAutoNum type="arabicPeriod"/>
            </a:pPr>
            <a:r>
              <a:rPr lang="en-US"/>
              <a:t>Configure Servers and Databases as Required, i.e. backups and replication of backups.</a:t>
            </a:r>
          </a:p>
          <a:p>
            <a:pPr marL="800100" lvl="1" indent="-342900">
              <a:buFont typeface="+mj-lt"/>
              <a:buAutoNum type="arabicPeriod"/>
            </a:pPr>
            <a:r>
              <a:rPr lang="en-US"/>
              <a:t>Network Configuration, i.e. Firewall Rules</a:t>
            </a:r>
          </a:p>
          <a:p>
            <a:pPr marL="800100" lvl="1" indent="-342900">
              <a:buFont typeface="+mj-lt"/>
              <a:buAutoNum type="arabicPeriod"/>
            </a:pPr>
            <a:endParaRPr lang="en-US"/>
          </a:p>
        </p:txBody>
      </p:sp>
    </p:spTree>
    <p:extLst>
      <p:ext uri="{BB962C8B-B14F-4D97-AF65-F5344CB8AC3E}">
        <p14:creationId xmlns:p14="http://schemas.microsoft.com/office/powerpoint/2010/main" val="1858145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88FB3-EAC9-C994-B285-962325D7EE96}"/>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66076421-54F0-5AAA-07BE-C90C74081809}"/>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prep Tasks</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95399C40-CDD6-34CB-4FF7-5601529C542E}"/>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10</a:t>
            </a:fld>
            <a:endParaRPr lang="en-US" altLang="en-US" sz="800"/>
          </a:p>
        </p:txBody>
      </p:sp>
      <p:sp>
        <p:nvSpPr>
          <p:cNvPr id="10" name="Rectangle 9">
            <a:extLst>
              <a:ext uri="{FF2B5EF4-FFF2-40B4-BE49-F238E27FC236}">
                <a16:creationId xmlns:a16="http://schemas.microsoft.com/office/drawing/2014/main" id="{20AFAF1D-21C0-0E8F-63F0-56BE893A5101}"/>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sp>
        <p:nvSpPr>
          <p:cNvPr id="6" name="TextBox 5">
            <a:extLst>
              <a:ext uri="{FF2B5EF4-FFF2-40B4-BE49-F238E27FC236}">
                <a16:creationId xmlns:a16="http://schemas.microsoft.com/office/drawing/2014/main" id="{043B6BEF-6CAD-71A8-CCD9-7BA8147112C9}"/>
              </a:ext>
            </a:extLst>
          </p:cNvPr>
          <p:cNvSpPr txBox="1"/>
          <p:nvPr/>
        </p:nvSpPr>
        <p:spPr>
          <a:xfrm>
            <a:off x="843572" y="982104"/>
            <a:ext cx="10736631" cy="2862322"/>
          </a:xfrm>
          <a:prstGeom prst="rect">
            <a:avLst/>
          </a:prstGeom>
          <a:noFill/>
        </p:spPr>
        <p:txBody>
          <a:bodyPr wrap="square" rtlCol="0">
            <a:spAutoFit/>
          </a:bodyPr>
          <a:lstStyle/>
          <a:p>
            <a:pPr marL="800100" lvl="1" indent="-342900">
              <a:buFont typeface="+mj-lt"/>
              <a:buAutoNum type="arabicPeriod"/>
            </a:pPr>
            <a:r>
              <a:rPr lang="en-US"/>
              <a:t>Confirm App and DB Backups are Working, On Schedule and Replicating</a:t>
            </a:r>
          </a:p>
          <a:p>
            <a:pPr marL="800100" lvl="1" indent="-342900">
              <a:buFont typeface="+mj-lt"/>
              <a:buAutoNum type="arabicPeriod"/>
            </a:pPr>
            <a:r>
              <a:rPr lang="en-US"/>
              <a:t>Confirm Load Balancer Configuration and Post Failover/Failback Recovery</a:t>
            </a:r>
          </a:p>
          <a:p>
            <a:pPr marL="800100" lvl="1" indent="-342900">
              <a:buFont typeface="+mj-lt"/>
              <a:buAutoNum type="arabicPeriod"/>
            </a:pPr>
            <a:r>
              <a:rPr lang="en-US"/>
              <a:t>Validate Application to DB Connectivity, If Possible</a:t>
            </a:r>
          </a:p>
          <a:p>
            <a:pPr marL="800100" lvl="1" indent="-342900">
              <a:buFont typeface="+mj-lt"/>
              <a:buAutoNum type="arabicPeriod"/>
            </a:pPr>
            <a:r>
              <a:rPr lang="en-US"/>
              <a:t>Refresh Databases If Required</a:t>
            </a:r>
          </a:p>
          <a:p>
            <a:pPr marL="800100" lvl="1" indent="-342900">
              <a:buFont typeface="+mj-lt"/>
              <a:buAutoNum type="arabicPeriod"/>
            </a:pPr>
            <a:r>
              <a:rPr lang="en-US"/>
              <a:t>Create Any Rainier Tickets for Any Exercise Support Required, i.e. CMS Wintel</a:t>
            </a:r>
          </a:p>
          <a:p>
            <a:pPr marL="800100" lvl="1" indent="-342900">
              <a:buFont typeface="+mj-lt"/>
              <a:buAutoNum type="arabicPeriod"/>
            </a:pPr>
            <a:r>
              <a:rPr lang="en-US"/>
              <a:t>Confirm All Credentials Will Be Available Such As </a:t>
            </a:r>
            <a:r>
              <a:rPr lang="en-US" err="1"/>
              <a:t>Breakglass</a:t>
            </a:r>
            <a:r>
              <a:rPr lang="en-US"/>
              <a:t> Accounts</a:t>
            </a:r>
          </a:p>
          <a:p>
            <a:pPr marL="800100" lvl="1" indent="-342900">
              <a:buFont typeface="+mj-lt"/>
              <a:buAutoNum type="arabicPeriod"/>
            </a:pPr>
            <a:r>
              <a:rPr lang="en-US"/>
              <a:t>Test Automation Scripts</a:t>
            </a:r>
          </a:p>
          <a:p>
            <a:pPr marL="800100" lvl="1" indent="-342900">
              <a:buFont typeface="+mj-lt"/>
              <a:buAutoNum type="arabicPeriod"/>
            </a:pPr>
            <a:r>
              <a:rPr lang="en-US"/>
              <a:t>Confirm That All DNS’s Can Be Repointed Post-Failover/Failback</a:t>
            </a:r>
          </a:p>
          <a:p>
            <a:pPr marL="800100" lvl="1" indent="-342900">
              <a:buFont typeface="+mj-lt"/>
              <a:buAutoNum type="arabicPeriod"/>
            </a:pPr>
            <a:endParaRPr lang="en-US"/>
          </a:p>
          <a:p>
            <a:pPr marL="800100" lvl="1" indent="-342900">
              <a:buFont typeface="+mj-lt"/>
              <a:buAutoNum type="arabicPeriod"/>
            </a:pPr>
            <a:endParaRPr lang="en-US"/>
          </a:p>
        </p:txBody>
      </p:sp>
    </p:spTree>
    <p:extLst>
      <p:ext uri="{BB962C8B-B14F-4D97-AF65-F5344CB8AC3E}">
        <p14:creationId xmlns:p14="http://schemas.microsoft.com/office/powerpoint/2010/main" val="63016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3AD50-044E-CC11-AB4F-28510BD8ABCA}"/>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B2CB3D77-502E-7A6E-F842-7D5A37009798}"/>
              </a:ext>
            </a:extLst>
          </p:cNvPr>
          <p:cNvSpPr>
            <a:spLocks noGrp="1" noChangeArrowheads="1"/>
          </p:cNvSpPr>
          <p:nvPr>
            <p:ph type="title" idx="4294967295"/>
          </p:nvPr>
        </p:nvSpPr>
        <p:spPr>
          <a:xfrm>
            <a:off x="257869" y="297888"/>
            <a:ext cx="9072563" cy="613271"/>
          </a:xfrm>
        </p:spPr>
        <p:txBody>
          <a:bodyPr/>
          <a:lstStyle/>
          <a:p>
            <a:r>
              <a:rPr lang="en-US" altLang="en-US" sz="2800" b="1"/>
              <a:t>|</a:t>
            </a:r>
            <a:r>
              <a:rPr lang="en-US" altLang="en-US" sz="2800"/>
              <a:t> </a:t>
            </a:r>
            <a:r>
              <a:rPr lang="en-US" altLang="en-US" sz="2800" b="1" cap="small">
                <a:solidFill>
                  <a:schemeClr val="tx1">
                    <a:lumMod val="75000"/>
                  </a:schemeClr>
                </a:solidFill>
              </a:rPr>
              <a:t>DR Exercise</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7C42F973-E293-F194-F353-79609403A935}"/>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11</a:t>
            </a:fld>
            <a:endParaRPr lang="en-US" altLang="en-US" sz="800"/>
          </a:p>
        </p:txBody>
      </p:sp>
      <p:sp>
        <p:nvSpPr>
          <p:cNvPr id="10" name="Rectangle 9">
            <a:extLst>
              <a:ext uri="{FF2B5EF4-FFF2-40B4-BE49-F238E27FC236}">
                <a16:creationId xmlns:a16="http://schemas.microsoft.com/office/drawing/2014/main" id="{A9644597-BAE5-A11A-B8E6-E3ED55A0C94A}"/>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graphicFrame>
        <p:nvGraphicFramePr>
          <p:cNvPr id="4" name="Table 3">
            <a:extLst>
              <a:ext uri="{FF2B5EF4-FFF2-40B4-BE49-F238E27FC236}">
                <a16:creationId xmlns:a16="http://schemas.microsoft.com/office/drawing/2014/main" id="{B32DDC40-2EA2-01F9-FC41-2A62AE756AB9}"/>
              </a:ext>
            </a:extLst>
          </p:cNvPr>
          <p:cNvGraphicFramePr>
            <a:graphicFrameLocks noGrp="1"/>
          </p:cNvGraphicFramePr>
          <p:nvPr>
            <p:extLst>
              <p:ext uri="{D42A27DB-BD31-4B8C-83A1-F6EECF244321}">
                <p14:modId xmlns:p14="http://schemas.microsoft.com/office/powerpoint/2010/main" val="3269047350"/>
              </p:ext>
            </p:extLst>
          </p:nvPr>
        </p:nvGraphicFramePr>
        <p:xfrm>
          <a:off x="982976" y="1139952"/>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19156689"/>
                    </a:ext>
                  </a:extLst>
                </a:gridCol>
                <a:gridCol w="4064000">
                  <a:extLst>
                    <a:ext uri="{9D8B030D-6E8A-4147-A177-3AD203B41FA5}">
                      <a16:colId xmlns:a16="http://schemas.microsoft.com/office/drawing/2014/main" val="2178555285"/>
                    </a:ext>
                  </a:extLst>
                </a:gridCol>
              </a:tblGrid>
              <a:tr h="370840">
                <a:tc>
                  <a:txBody>
                    <a:bodyPr/>
                    <a:lstStyle/>
                    <a:p>
                      <a:pPr algn="ctr"/>
                      <a:r>
                        <a:rPr lang="en-US"/>
                        <a:t>Task</a:t>
                      </a:r>
                    </a:p>
                  </a:txBody>
                  <a:tcPr/>
                </a:tc>
                <a:tc>
                  <a:txBody>
                    <a:bodyPr/>
                    <a:lstStyle/>
                    <a:p>
                      <a:pPr algn="ctr"/>
                      <a:r>
                        <a:rPr lang="en-US"/>
                        <a:t>Owner</a:t>
                      </a:r>
                    </a:p>
                  </a:txBody>
                  <a:tcPr/>
                </a:tc>
                <a:extLst>
                  <a:ext uri="{0D108BD9-81ED-4DB2-BD59-A6C34878D82A}">
                    <a16:rowId xmlns:a16="http://schemas.microsoft.com/office/drawing/2014/main" val="3577763304"/>
                  </a:ext>
                </a:extLst>
              </a:tr>
              <a:tr h="370840">
                <a:tc>
                  <a:txBody>
                    <a:bodyPr/>
                    <a:lstStyle/>
                    <a:p>
                      <a:r>
                        <a:rPr lang="en-US"/>
                        <a:t>Execute Hour By Hour Plan</a:t>
                      </a:r>
                    </a:p>
                  </a:txBody>
                  <a:tcPr/>
                </a:tc>
                <a:tc>
                  <a:txBody>
                    <a:bodyPr/>
                    <a:lstStyle/>
                    <a:p>
                      <a:r>
                        <a:rPr lang="en-US"/>
                        <a:t>Team</a:t>
                      </a:r>
                    </a:p>
                  </a:txBody>
                  <a:tcPr/>
                </a:tc>
                <a:extLst>
                  <a:ext uri="{0D108BD9-81ED-4DB2-BD59-A6C34878D82A}">
                    <a16:rowId xmlns:a16="http://schemas.microsoft.com/office/drawing/2014/main" val="4029700282"/>
                  </a:ext>
                </a:extLst>
              </a:tr>
              <a:tr h="370840">
                <a:tc>
                  <a:txBody>
                    <a:bodyPr/>
                    <a:lstStyle/>
                    <a:p>
                      <a:r>
                        <a:rPr lang="en-US"/>
                        <a:t>Collect Evidence and Upload</a:t>
                      </a:r>
                    </a:p>
                  </a:txBody>
                  <a:tcPr/>
                </a:tc>
                <a:tc>
                  <a:txBody>
                    <a:bodyPr/>
                    <a:lstStyle/>
                    <a:p>
                      <a:r>
                        <a:rPr lang="en-US"/>
                        <a:t>Team</a:t>
                      </a:r>
                    </a:p>
                  </a:txBody>
                  <a:tcPr/>
                </a:tc>
                <a:extLst>
                  <a:ext uri="{0D108BD9-81ED-4DB2-BD59-A6C34878D82A}">
                    <a16:rowId xmlns:a16="http://schemas.microsoft.com/office/drawing/2014/main" val="1316785540"/>
                  </a:ext>
                </a:extLst>
              </a:tr>
              <a:tr h="370840">
                <a:tc>
                  <a:txBody>
                    <a:bodyPr/>
                    <a:lstStyle/>
                    <a:p>
                      <a:r>
                        <a:rPr lang="en-US"/>
                        <a:t>Track Time in Clicktime</a:t>
                      </a:r>
                    </a:p>
                  </a:txBody>
                  <a:tcPr/>
                </a:tc>
                <a:tc>
                  <a:txBody>
                    <a:bodyPr/>
                    <a:lstStyle/>
                    <a:p>
                      <a:r>
                        <a:rPr lang="en-US"/>
                        <a:t>Team</a:t>
                      </a:r>
                    </a:p>
                  </a:txBody>
                  <a:tcPr/>
                </a:tc>
                <a:extLst>
                  <a:ext uri="{0D108BD9-81ED-4DB2-BD59-A6C34878D82A}">
                    <a16:rowId xmlns:a16="http://schemas.microsoft.com/office/drawing/2014/main" val="2039594579"/>
                  </a:ext>
                </a:extLst>
              </a:tr>
              <a:tr h="370840">
                <a:tc>
                  <a:txBody>
                    <a:bodyPr/>
                    <a:lstStyle/>
                    <a:p>
                      <a:r>
                        <a:rPr lang="en-US"/>
                        <a:t>Record RTA &amp; RPA For The Exercise</a:t>
                      </a:r>
                    </a:p>
                  </a:txBody>
                  <a:tcPr/>
                </a:tc>
                <a:tc>
                  <a:txBody>
                    <a:bodyPr/>
                    <a:lstStyle/>
                    <a:p>
                      <a:r>
                        <a:rPr lang="en-US"/>
                        <a:t>TPM</a:t>
                      </a:r>
                    </a:p>
                  </a:txBody>
                  <a:tcPr/>
                </a:tc>
                <a:extLst>
                  <a:ext uri="{0D108BD9-81ED-4DB2-BD59-A6C34878D82A}">
                    <a16:rowId xmlns:a16="http://schemas.microsoft.com/office/drawing/2014/main" val="664088940"/>
                  </a:ext>
                </a:extLst>
              </a:tr>
            </a:tbl>
          </a:graphicData>
        </a:graphic>
      </p:graphicFrame>
    </p:spTree>
    <p:extLst>
      <p:ext uri="{BB962C8B-B14F-4D97-AF65-F5344CB8AC3E}">
        <p14:creationId xmlns:p14="http://schemas.microsoft.com/office/powerpoint/2010/main" val="3708772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5CAAADC-B4FB-4431-BE5D-794544A4038B}"/>
              </a:ext>
            </a:extLst>
          </p:cNvPr>
          <p:cNvSpPr>
            <a:spLocks noGrp="1" noChangeArrowheads="1"/>
          </p:cNvSpPr>
          <p:nvPr>
            <p:ph type="title" idx="4294967295"/>
          </p:nvPr>
        </p:nvSpPr>
        <p:spPr>
          <a:xfrm>
            <a:off x="257869" y="297888"/>
            <a:ext cx="9072563" cy="613271"/>
          </a:xfrm>
        </p:spPr>
        <p:txBody>
          <a:bodyPr/>
          <a:lstStyle/>
          <a:p>
            <a:r>
              <a:rPr lang="en-US" altLang="en-US" sz="2800" b="1" dirty="0"/>
              <a:t>|</a:t>
            </a:r>
            <a:r>
              <a:rPr lang="en-US" altLang="en-US" sz="2800" dirty="0"/>
              <a:t> </a:t>
            </a:r>
            <a:r>
              <a:rPr lang="en-US" altLang="en-US" sz="2800" b="1" cap="small" dirty="0">
                <a:solidFill>
                  <a:schemeClr val="tx1">
                    <a:lumMod val="75000"/>
                  </a:schemeClr>
                </a:solidFill>
              </a:rPr>
              <a:t>Roadmap (</a:t>
            </a:r>
            <a:r>
              <a:rPr lang="en-US" altLang="en-US" sz="2800" b="1" cap="small">
                <a:solidFill>
                  <a:schemeClr val="tx1">
                    <a:lumMod val="75000"/>
                  </a:schemeClr>
                </a:solidFill>
              </a:rPr>
              <a:t>Boilerplate Example)</a:t>
            </a:r>
            <a:endParaRPr lang="en-US" altLang="en-US" sz="2400" cap="small">
              <a:solidFill>
                <a:schemeClr val="tx1">
                  <a:lumMod val="75000"/>
                </a:schemeClr>
              </a:solidFill>
            </a:endParaRPr>
          </a:p>
        </p:txBody>
      </p:sp>
      <p:sp>
        <p:nvSpPr>
          <p:cNvPr id="8197" name="Slide Number Placeholder 3">
            <a:extLst>
              <a:ext uri="{FF2B5EF4-FFF2-40B4-BE49-F238E27FC236}">
                <a16:creationId xmlns:a16="http://schemas.microsoft.com/office/drawing/2014/main" id="{AE592B9B-0B3B-47C5-A217-BEEA769CE0F3}"/>
              </a:ext>
            </a:extLst>
          </p:cNvPr>
          <p:cNvSpPr txBox="1">
            <a:spLocks noGrp="1"/>
          </p:cNvSpPr>
          <p:nvPr/>
        </p:nvSpPr>
        <p:spPr bwMode="auto">
          <a:xfrm>
            <a:off x="6211888" y="6381750"/>
            <a:ext cx="11731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eaLnBrk="1" hangingPunct="1"/>
            <a:fld id="{932DC10D-B83D-4B7E-801F-08673E14C7FC}" type="slidenum">
              <a:rPr lang="en-US" altLang="en-US" sz="800"/>
              <a:pPr eaLnBrk="1" hangingPunct="1"/>
              <a:t>12</a:t>
            </a:fld>
            <a:endParaRPr lang="en-US" altLang="en-US" sz="800"/>
          </a:p>
        </p:txBody>
      </p:sp>
      <p:sp>
        <p:nvSpPr>
          <p:cNvPr id="10" name="Rectangle 9">
            <a:extLst>
              <a:ext uri="{FF2B5EF4-FFF2-40B4-BE49-F238E27FC236}">
                <a16:creationId xmlns:a16="http://schemas.microsoft.com/office/drawing/2014/main" id="{476ACE22-341D-4F99-8E3A-F8E3DF1631D3}"/>
              </a:ext>
            </a:extLst>
          </p:cNvPr>
          <p:cNvSpPr/>
          <p:nvPr/>
        </p:nvSpPr>
        <p:spPr>
          <a:xfrm>
            <a:off x="512693" y="805694"/>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AC143"/>
              </a:solidFill>
            </a:endParaRPr>
          </a:p>
        </p:txBody>
      </p:sp>
      <p:graphicFrame>
        <p:nvGraphicFramePr>
          <p:cNvPr id="2" name="Diagram 1">
            <a:extLst>
              <a:ext uri="{FF2B5EF4-FFF2-40B4-BE49-F238E27FC236}">
                <a16:creationId xmlns:a16="http://schemas.microsoft.com/office/drawing/2014/main" id="{F33DC536-E9B7-7EE3-5493-B2A10C179C95}"/>
              </a:ext>
            </a:extLst>
          </p:cNvPr>
          <p:cNvGraphicFramePr/>
          <p:nvPr>
            <p:extLst>
              <p:ext uri="{D42A27DB-BD31-4B8C-83A1-F6EECF244321}">
                <p14:modId xmlns:p14="http://schemas.microsoft.com/office/powerpoint/2010/main" val="297018140"/>
              </p:ext>
            </p:extLst>
          </p:nvPr>
        </p:nvGraphicFramePr>
        <p:xfrm>
          <a:off x="1133365" y="1547831"/>
          <a:ext cx="10580727" cy="2448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87E0A3C4-C6F3-CE5E-B1D7-ECAF5E2F1CD5}"/>
              </a:ext>
            </a:extLst>
          </p:cNvPr>
          <p:cNvSpPr txBox="1"/>
          <p:nvPr/>
        </p:nvSpPr>
        <p:spPr>
          <a:xfrm>
            <a:off x="1133366" y="1656612"/>
            <a:ext cx="3999813" cy="369332"/>
          </a:xfrm>
          <a:prstGeom prst="rect">
            <a:avLst/>
          </a:prstGeom>
          <a:noFill/>
        </p:spPr>
        <p:txBody>
          <a:bodyPr wrap="none" rtlCol="0">
            <a:spAutoFit/>
          </a:bodyPr>
          <a:lstStyle/>
          <a:p>
            <a:r>
              <a:rPr lang="en-US"/>
              <a:t>Approximate Timing: Q1 2026 – Q2 2028</a:t>
            </a:r>
          </a:p>
        </p:txBody>
      </p:sp>
    </p:spTree>
    <p:extLst>
      <p:ext uri="{BB962C8B-B14F-4D97-AF65-F5344CB8AC3E}">
        <p14:creationId xmlns:p14="http://schemas.microsoft.com/office/powerpoint/2010/main" val="231898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Slide Number Placeholder 3">
            <a:extLst>
              <a:ext uri="{FF2B5EF4-FFF2-40B4-BE49-F238E27FC236}">
                <a16:creationId xmlns:a16="http://schemas.microsoft.com/office/drawing/2014/main" id="{AE592B9B-0B3B-47C5-A217-BEEA769CE0F3}"/>
              </a:ext>
            </a:extLst>
          </p:cNvPr>
          <p:cNvSpPr txBox="1">
            <a:spLocks noGrp="1"/>
          </p:cNvSpPr>
          <p:nvPr/>
        </p:nvSpPr>
        <p:spPr bwMode="auto">
          <a:xfrm>
            <a:off x="11628437" y="6381749"/>
            <a:ext cx="1173163" cy="2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50000"/>
              </a:spcBef>
              <a:spcAft>
                <a:spcPct val="50000"/>
              </a:spcAft>
              <a:defRPr sz="3600">
                <a:solidFill>
                  <a:schemeClr val="tx1"/>
                </a:solidFill>
                <a:latin typeface="Arial" panose="020B0604020202020204" pitchFamily="34" charset="0"/>
              </a:defRPr>
            </a:lvl6pPr>
            <a:lvl7pPr marL="2971800" indent="-228600" eaLnBrk="0" fontAlgn="base" hangingPunct="0">
              <a:spcBef>
                <a:spcPct val="50000"/>
              </a:spcBef>
              <a:spcAft>
                <a:spcPct val="50000"/>
              </a:spcAft>
              <a:defRPr sz="3600">
                <a:solidFill>
                  <a:schemeClr val="tx1"/>
                </a:solidFill>
                <a:latin typeface="Arial" panose="020B0604020202020204" pitchFamily="34" charset="0"/>
              </a:defRPr>
            </a:lvl7pPr>
            <a:lvl8pPr marL="3429000" indent="-228600" eaLnBrk="0" fontAlgn="base" hangingPunct="0">
              <a:spcBef>
                <a:spcPct val="50000"/>
              </a:spcBef>
              <a:spcAft>
                <a:spcPct val="50000"/>
              </a:spcAft>
              <a:defRPr sz="3600">
                <a:solidFill>
                  <a:schemeClr val="tx1"/>
                </a:solidFill>
                <a:latin typeface="Arial" panose="020B0604020202020204" pitchFamily="34" charset="0"/>
              </a:defRPr>
            </a:lvl8pPr>
            <a:lvl9pPr marL="3886200" indent="-228600" eaLnBrk="0" fontAlgn="base" hangingPunct="0">
              <a:spcBef>
                <a:spcPct val="50000"/>
              </a:spcBef>
              <a:spcAft>
                <a:spcPct val="50000"/>
              </a:spcAft>
              <a:defRPr sz="3600">
                <a:solidFill>
                  <a:schemeClr val="tx1"/>
                </a:solidFill>
                <a:latin typeface="Arial" panose="020B0604020202020204" pitchFamily="34" charset="0"/>
              </a:defRPr>
            </a:lvl9pPr>
          </a:lstStyle>
          <a:p>
            <a:pPr defTabSz="914377" eaLnBrk="1" hangingPunct="1"/>
            <a:fld id="{932DC10D-B83D-4B7E-801F-08673E14C7FC}" type="slidenum">
              <a:rPr lang="en-US" altLang="en-US" sz="1200">
                <a:solidFill>
                  <a:srgbClr val="373737"/>
                </a:solidFill>
                <a:latin typeface="+mj-lt"/>
              </a:rPr>
              <a:pPr defTabSz="914377" eaLnBrk="1" hangingPunct="1"/>
              <a:t>13</a:t>
            </a:fld>
            <a:endParaRPr lang="en-US" altLang="en-US" sz="1200">
              <a:solidFill>
                <a:srgbClr val="373737"/>
              </a:solidFill>
              <a:latin typeface="+mj-lt"/>
            </a:endParaRPr>
          </a:p>
        </p:txBody>
      </p:sp>
      <p:sp>
        <p:nvSpPr>
          <p:cNvPr id="10" name="Rectangle 9">
            <a:extLst>
              <a:ext uri="{FF2B5EF4-FFF2-40B4-BE49-F238E27FC236}">
                <a16:creationId xmlns:a16="http://schemas.microsoft.com/office/drawing/2014/main" id="{476ACE22-341D-4F99-8E3A-F8E3DF1631D3}"/>
              </a:ext>
            </a:extLst>
          </p:cNvPr>
          <p:cNvSpPr/>
          <p:nvPr/>
        </p:nvSpPr>
        <p:spPr>
          <a:xfrm>
            <a:off x="512693" y="2351471"/>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7"/>
            <a:endParaRPr lang="en-US">
              <a:solidFill>
                <a:srgbClr val="7AC143"/>
              </a:solidFill>
              <a:latin typeface="Calibri"/>
            </a:endParaRPr>
          </a:p>
        </p:txBody>
      </p:sp>
      <p:sp>
        <p:nvSpPr>
          <p:cNvPr id="4" name="TextBox 3"/>
          <p:cNvSpPr txBox="1"/>
          <p:nvPr/>
        </p:nvSpPr>
        <p:spPr>
          <a:xfrm>
            <a:off x="512694" y="2597348"/>
            <a:ext cx="11166615" cy="707886"/>
          </a:xfrm>
          <a:prstGeom prst="rect">
            <a:avLst/>
          </a:prstGeom>
          <a:noFill/>
        </p:spPr>
        <p:txBody>
          <a:bodyPr wrap="square" rtlCol="0">
            <a:spAutoFit/>
          </a:bodyPr>
          <a:lstStyle/>
          <a:p>
            <a:pPr algn="ctr" defTabSz="609570" fontAlgn="b"/>
            <a:r>
              <a:rPr lang="en-US" sz="4000" b="1" cap="small">
                <a:solidFill>
                  <a:srgbClr val="373737">
                    <a:lumMod val="75000"/>
                  </a:srgbClr>
                </a:solidFill>
                <a:latin typeface="Calibri" panose="020F0502020204030204" pitchFamily="34" charset="0"/>
                <a:cs typeface="Calibri" panose="020F0502020204030204" pitchFamily="34" charset="0"/>
              </a:rPr>
              <a:t>Thank you</a:t>
            </a:r>
            <a:endParaRPr lang="en-US" sz="4000">
              <a:solidFill>
                <a:srgbClr val="373737"/>
              </a:solidFill>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66D4525-3095-4F46-968E-AF6A785E5576}"/>
              </a:ext>
            </a:extLst>
          </p:cNvPr>
          <p:cNvSpPr/>
          <p:nvPr/>
        </p:nvSpPr>
        <p:spPr>
          <a:xfrm>
            <a:off x="588891" y="3385615"/>
            <a:ext cx="11201400" cy="27432"/>
          </a:xfrm>
          <a:prstGeom prst="rect">
            <a:avLst/>
          </a:prstGeom>
          <a:solidFill>
            <a:srgbClr val="7AC1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377"/>
            <a:endParaRPr lang="en-US">
              <a:solidFill>
                <a:srgbClr val="7AC143"/>
              </a:solidFill>
              <a:latin typeface="Calibri"/>
            </a:endParaRPr>
          </a:p>
        </p:txBody>
      </p:sp>
    </p:spTree>
    <p:extLst>
      <p:ext uri="{BB962C8B-B14F-4D97-AF65-F5344CB8AC3E}">
        <p14:creationId xmlns:p14="http://schemas.microsoft.com/office/powerpoint/2010/main" val="2590618414"/>
      </p:ext>
    </p:extLst>
  </p:cSld>
  <p:clrMapOvr>
    <a:masterClrMapping/>
  </p:clrMapOvr>
</p:sld>
</file>

<file path=ppt/theme/theme1.xml><?xml version="1.0" encoding="utf-8"?>
<a:theme xmlns:a="http://schemas.openxmlformats.org/drawingml/2006/main" name="Office Theme">
  <a:themeElements>
    <a:clrScheme name="Aangepast 1">
      <a:dk1>
        <a:srgbClr val="007AC3"/>
      </a:dk1>
      <a:lt1>
        <a:sysClr val="window" lastClr="FFFFFF"/>
      </a:lt1>
      <a:dk2>
        <a:srgbClr val="474747"/>
      </a:dk2>
      <a:lt2>
        <a:srgbClr val="FFFFFF"/>
      </a:lt2>
      <a:accent1>
        <a:srgbClr val="007AC3"/>
      </a:accent1>
      <a:accent2>
        <a:srgbClr val="A6D1EA"/>
      </a:accent2>
      <a:accent3>
        <a:srgbClr val="85BC20"/>
      </a:accent3>
      <a:accent4>
        <a:srgbClr val="C2DD90"/>
      </a:accent4>
      <a:accent5>
        <a:srgbClr val="009881"/>
      </a:accent5>
      <a:accent6>
        <a:srgbClr val="A6DBD3"/>
      </a:accent6>
      <a:hlink>
        <a:srgbClr val="474747"/>
      </a:hlink>
      <a:folHlink>
        <a:srgbClr val="47474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WK Document" ma:contentTypeID="0x01010061F225F04776D546A42FEE387B921A2F00DAC08B3D5781594289074DAABE11EB38" ma:contentTypeVersion="29" ma:contentTypeDescription="Create a new document." ma:contentTypeScope="" ma:versionID="035440840a14a0342dfb4343c6da816f">
  <xsd:schema xmlns:xsd="http://www.w3.org/2001/XMLSchema" xmlns:xs="http://www.w3.org/2001/XMLSchema" xmlns:p="http://schemas.microsoft.com/office/2006/metadata/properties" xmlns:ns1="http://schemas.microsoft.com/sharepoint/v3" xmlns:ns2="f5dc6549-5d29-4eee-b5c0-f3a47fa13b8d" xmlns:ns3="83b5d987-6af3-42ff-8bb0-899535e64cda" xmlns:ns4="16d5baad-5fad-4b9a-884d-c94abda8e3cd" targetNamespace="http://schemas.microsoft.com/office/2006/metadata/properties" ma:root="true" ma:fieldsID="2ead96ab503d040c413590ee0c6e4073" ns1:_="" ns2:_="" ns3:_="" ns4:_="">
    <xsd:import namespace="http://schemas.microsoft.com/sharepoint/v3"/>
    <xsd:import namespace="f5dc6549-5d29-4eee-b5c0-f3a47fa13b8d"/>
    <xsd:import namespace="83b5d987-6af3-42ff-8bb0-899535e64cda"/>
    <xsd:import namespace="16d5baad-5fad-4b9a-884d-c94abda8e3cd"/>
    <xsd:element name="properties">
      <xsd:complexType>
        <xsd:sequence>
          <xsd:element name="documentManagement">
            <xsd:complexType>
              <xsd:all>
                <xsd:element ref="ns2:mdb063052d094595a2eb6aae8793e4df" minOccurs="0"/>
                <xsd:element ref="ns3:TaxCatchAll" minOccurs="0"/>
                <xsd:element ref="ns3:TaxCatchAllLabel" minOccurs="0"/>
                <xsd:element ref="ns2:kccfa3d2751d4daba7e294617305032e" minOccurs="0"/>
                <xsd:element ref="ns2:h0238007123e49018fce035c093c3241" minOccurs="0"/>
                <xsd:element ref="ns2:h11189b1cd6a401ba96606bc3fb2b5d7" minOccurs="0"/>
                <xsd:element ref="ns3:TaxKeywordTaxHTField" minOccurs="0"/>
                <xsd:element ref="ns4:MediaServiceMetadata" minOccurs="0"/>
                <xsd:element ref="ns4:MediaServiceFastMetadata" minOccurs="0"/>
                <xsd:element ref="ns3:SharedWithUsers" minOccurs="0"/>
                <xsd:element ref="ns3:SharedWithDetails" minOccurs="0"/>
                <xsd:element ref="ns4:MediaServiceDateTaken" minOccurs="0"/>
                <xsd:element ref="ns4:MediaServiceObjectDetectorVersions" minOccurs="0"/>
                <xsd:element ref="ns4:MediaLengthInSeconds" minOccurs="0"/>
                <xsd:element ref="ns4:lcf76f155ced4ddcb4097134ff3c332f" minOccurs="0"/>
                <xsd:element ref="ns4:MediaServiceOCR" minOccurs="0"/>
                <xsd:element ref="ns4:MediaServiceGenerationTime" minOccurs="0"/>
                <xsd:element ref="ns4:MediaServiceEventHashCode" minOccurs="0"/>
                <xsd:element ref="ns4: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3" nillable="true" ma:displayName="Unified Compliance Policy Properties" ma:hidden="true" ma:internalName="_ip_UnifiedCompliancePolicyProperties">
      <xsd:simpleType>
        <xsd:restriction base="dms:Note"/>
      </xsd:simpleType>
    </xsd:element>
    <xsd:element name="_ip_UnifiedCompliancePolicyUIAction" ma:index="3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5dc6549-5d29-4eee-b5c0-f3a47fa13b8d" elementFormDefault="qualified">
    <xsd:import namespace="http://schemas.microsoft.com/office/2006/documentManagement/types"/>
    <xsd:import namespace="http://schemas.microsoft.com/office/infopath/2007/PartnerControls"/>
    <xsd:element name="mdb063052d094595a2eb6aae8793e4df" ma:index="8" nillable="true" ma:taxonomy="true" ma:internalName="mdb063052d094595a2eb6aae8793e4df" ma:taxonomyFieldName="wkBusinessUnit" ma:displayName="Business Unit" ma:default="1;#Wolters Kluwer|c6de2e8f-9998-4f1a-aad9-e3ee3092dfa8" ma:fieldId="{6db06305-2d09-4595-a2eb-6aae8793e4df}" ma:taxonomyMulti="true" ma:sspId="2dbaa9c1-4c41-47fa-abf7-0ca4ed4052bf" ma:termSetId="f0ed9d49-3064-4b83-a2ca-bcf633699af4" ma:anchorId="00000000-0000-0000-0000-000000000000" ma:open="false" ma:isKeyword="false">
      <xsd:complexType>
        <xsd:sequence>
          <xsd:element ref="pc:Terms" minOccurs="0" maxOccurs="1"/>
        </xsd:sequence>
      </xsd:complexType>
    </xsd:element>
    <xsd:element name="kccfa3d2751d4daba7e294617305032e" ma:index="12" ma:taxonomy="true" ma:internalName="kccfa3d2751d4daba7e294617305032e" ma:taxonomyFieldName="wkLanguage" ma:displayName="Content Language" ma:default="3;#English|e9b6ca9b-76c3-4d5f-80e2-f4d3e01d635b" ma:fieldId="{4ccfa3d2-751d-4dab-a7e2-94617305032e}" ma:sspId="2dbaa9c1-4c41-47fa-abf7-0ca4ed4052bf" ma:termSetId="960bd174-ff2c-4e2d-911c-f053b1603d07" ma:anchorId="00000000-0000-0000-0000-000000000000" ma:open="false" ma:isKeyword="false">
      <xsd:complexType>
        <xsd:sequence>
          <xsd:element ref="pc:Terms" minOccurs="0" maxOccurs="1"/>
        </xsd:sequence>
      </xsd:complexType>
    </xsd:element>
    <xsd:element name="h0238007123e49018fce035c093c3241" ma:index="14" ma:taxonomy="true" ma:internalName="h0238007123e49018fce035c093c3241" ma:taxonomyFieldName="wkDataClassification" ma:displayName="Data Classification" ma:default="2;#Internal Use|2c1e06e0-0f3e-4aeb-9abd-c60729ea4a6a" ma:fieldId="{10238007-123e-4901-8fce-035c093c3241}" ma:sspId="2dbaa9c1-4c41-47fa-abf7-0ca4ed4052bf" ma:termSetId="0701bfc1-cc96-475a-9ebf-7f40c530272f" ma:anchorId="00000000-0000-0000-0000-000000000000" ma:open="false" ma:isKeyword="false">
      <xsd:complexType>
        <xsd:sequence>
          <xsd:element ref="pc:Terms" minOccurs="0" maxOccurs="1"/>
        </xsd:sequence>
      </xsd:complexType>
    </xsd:element>
    <xsd:element name="h11189b1cd6a401ba96606bc3fb2b5d7" ma:index="16" nillable="true" ma:taxonomy="true" ma:internalName="h11189b1cd6a401ba96606bc3fb2b5d7" ma:taxonomyFieldName="wkLocation" ma:displayName="Office Location" ma:default="" ma:fieldId="{111189b1-cd6a-401b-a966-06bc3fb2b5d7}" ma:taxonomyMulti="true" ma:sspId="2dbaa9c1-4c41-47fa-abf7-0ca4ed4052bf" ma:termSetId="02f69e4b-cb12-47ba-bd6d-f6fc82e72f6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3b5d987-6af3-42ff-8bb0-899535e64cda"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9ed27a54-6769-4228-8026-870bae686e7b}" ma:internalName="TaxCatchAll" ma:showField="CatchAllData" ma:web="83b5d987-6af3-42ff-8bb0-899535e64cda">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9ed27a54-6769-4228-8026-870bae686e7b}" ma:internalName="TaxCatchAllLabel" ma:readOnly="true" ma:showField="CatchAllDataLabel" ma:web="83b5d987-6af3-42ff-8bb0-899535e64cda">
      <xsd:complexType>
        <xsd:complexContent>
          <xsd:extension base="dms:MultiChoiceLookup">
            <xsd:sequence>
              <xsd:element name="Value" type="dms:Lookup" maxOccurs="unbounded" minOccurs="0" nillable="true"/>
            </xsd:sequence>
          </xsd:extension>
        </xsd:complexContent>
      </xsd:complexType>
    </xsd:element>
    <xsd:element name="TaxKeywordTaxHTField" ma:index="18" nillable="true" ma:taxonomy="true" ma:internalName="TaxKeywordTaxHTField" ma:taxonomyFieldName="TaxKeyword" ma:displayName="Enterprise Keywords" ma:fieldId="{23f27201-bee3-471e-b2e7-b64fd8b7ca38}" ma:taxonomyMulti="true" ma:sspId="2dbaa9c1-4c41-47fa-abf7-0ca4ed4052bf" ma:termSetId="00000000-0000-0000-0000-000000000000" ma:anchorId="00000000-0000-0000-0000-000000000000" ma:open="true" ma:isKeyword="true">
      <xsd:complexType>
        <xsd:sequence>
          <xsd:element ref="pc:Terms" minOccurs="0" maxOccurs="1"/>
        </xsd:sequence>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d5baad-5fad-4b9a-884d-c94abda8e3cd" elementFormDefault="qualified">
    <xsd:import namespace="http://schemas.microsoft.com/office/2006/documentManagement/types"/>
    <xsd:import namespace="http://schemas.microsoft.com/office/infopath/2007/PartnerControls"/>
    <xsd:element name="MediaServiceMetadata" ma:index="20" nillable="true" ma:displayName="MediaServiceMetadata" ma:hidden="true" ma:internalName="MediaServiceMetadata" ma:readOnly="true">
      <xsd:simpleType>
        <xsd:restriction base="dms:Note"/>
      </xsd:simpleType>
    </xsd:element>
    <xsd:element name="MediaServiceFastMetadata" ma:index="21" nillable="true" ma:displayName="MediaServiceFastMetadata" ma:hidden="true" ma:internalName="MediaServiceFastMetadata"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2dbaa9c1-4c41-47fa-abf7-0ca4ed4052bf" ma:termSetId="09814cd3-568e-fe90-9814-8d621ff8fb84" ma:anchorId="fba54fb3-c3e1-fe81-a776-ca4b69148c4d" ma:open="true" ma:isKeyword="false">
      <xsd:complexType>
        <xsd:sequence>
          <xsd:element ref="pc:Terms" minOccurs="0" maxOccurs="1"/>
        </xsd:sequence>
      </xsd:complexType>
    </xsd:element>
    <xsd:element name="MediaServiceOCR" ma:index="29" nillable="true" ma:displayName="Extracted Text" ma:internalName="MediaServiceOCR" ma:readOnly="true">
      <xsd:simpleType>
        <xsd:restriction base="dms:Note">
          <xsd:maxLength value="255"/>
        </xsd:restriction>
      </xsd:simpleType>
    </xsd:element>
    <xsd:element name="MediaServiceGenerationTime" ma:index="30" nillable="true" ma:displayName="MediaServiceGenerationTime" ma:hidden="true" ma:internalName="MediaServiceGenerationTime" ma:readOnly="true">
      <xsd:simpleType>
        <xsd:restriction base="dms:Text"/>
      </xsd:simpleType>
    </xsd:element>
    <xsd:element name="MediaServiceEventHashCode" ma:index="31" nillable="true" ma:displayName="MediaServiceEventHashCode" ma:hidden="true" ma:internalName="MediaServiceEventHashCode"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h0238007123e49018fce035c093c3241 xmlns="f5dc6549-5d29-4eee-b5c0-f3a47fa13b8d">
      <Terms xmlns="http://schemas.microsoft.com/office/infopath/2007/PartnerControls">
        <TermInfo xmlns="http://schemas.microsoft.com/office/infopath/2007/PartnerControls">
          <TermName xmlns="http://schemas.microsoft.com/office/infopath/2007/PartnerControls">Internal Use</TermName>
          <TermId xmlns="http://schemas.microsoft.com/office/infopath/2007/PartnerControls">2c1e06e0-0f3e-4aeb-9abd-c60729ea4a6a</TermId>
        </TermInfo>
      </Terms>
    </h0238007123e49018fce035c093c3241>
    <lcf76f155ced4ddcb4097134ff3c332f xmlns="16d5baad-5fad-4b9a-884d-c94abda8e3cd">
      <Terms xmlns="http://schemas.microsoft.com/office/infopath/2007/PartnerControls"/>
    </lcf76f155ced4ddcb4097134ff3c332f>
    <_ip_UnifiedCompliancePolicyUIAction xmlns="http://schemas.microsoft.com/sharepoint/v3" xsi:nil="true"/>
    <kccfa3d2751d4daba7e294617305032e xmlns="f5dc6549-5d29-4eee-b5c0-f3a47fa13b8d">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e9b6ca9b-76c3-4d5f-80e2-f4d3e01d635b</TermId>
        </TermInfo>
      </Terms>
    </kccfa3d2751d4daba7e294617305032e>
    <TaxKeywordTaxHTField xmlns="83b5d987-6af3-42ff-8bb0-899535e64cda">
      <Terms xmlns="http://schemas.microsoft.com/office/infopath/2007/PartnerControls"/>
    </TaxKeywordTaxHTField>
    <_ip_UnifiedCompliancePolicyProperties xmlns="http://schemas.microsoft.com/sharepoint/v3" xsi:nil="true"/>
    <TaxCatchAll xmlns="83b5d987-6af3-42ff-8bb0-899535e64cda">
      <Value>3</Value>
      <Value>2</Value>
      <Value>1</Value>
    </TaxCatchAll>
    <mdb063052d094595a2eb6aae8793e4df xmlns="f5dc6549-5d29-4eee-b5c0-f3a47fa13b8d">
      <Terms xmlns="http://schemas.microsoft.com/office/infopath/2007/PartnerControls">
        <TermInfo xmlns="http://schemas.microsoft.com/office/infopath/2007/PartnerControls">
          <TermName xmlns="http://schemas.microsoft.com/office/infopath/2007/PartnerControls">Wolters Kluwer</TermName>
          <TermId xmlns="http://schemas.microsoft.com/office/infopath/2007/PartnerControls">c6de2e8f-9998-4f1a-aad9-e3ee3092dfa8</TermId>
        </TermInfo>
      </Terms>
    </mdb063052d094595a2eb6aae8793e4df>
    <h11189b1cd6a401ba96606bc3fb2b5d7 xmlns="f5dc6549-5d29-4eee-b5c0-f3a47fa13b8d">
      <Terms xmlns="http://schemas.microsoft.com/office/infopath/2007/PartnerControls"/>
    </h11189b1cd6a401ba96606bc3fb2b5d7>
  </documentManagement>
</p:properties>
</file>

<file path=customXml/itemProps1.xml><?xml version="1.0" encoding="utf-8"?>
<ds:datastoreItem xmlns:ds="http://schemas.openxmlformats.org/officeDocument/2006/customXml" ds:itemID="{335E548B-1BF3-4B68-83C7-D66593709E55}">
  <ds:schemaRefs>
    <ds:schemaRef ds:uri="16d5baad-5fad-4b9a-884d-c94abda8e3cd"/>
    <ds:schemaRef ds:uri="83b5d987-6af3-42ff-8bb0-899535e64cda"/>
    <ds:schemaRef ds:uri="f5dc6549-5d29-4eee-b5c0-f3a47fa13b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9DD397A-AD9C-473D-9682-B2DF0AADA964}">
  <ds:schemaRefs>
    <ds:schemaRef ds:uri="http://schemas.microsoft.com/sharepoint/v3/contenttype/forms"/>
  </ds:schemaRefs>
</ds:datastoreItem>
</file>

<file path=customXml/itemProps3.xml><?xml version="1.0" encoding="utf-8"?>
<ds:datastoreItem xmlns:ds="http://schemas.openxmlformats.org/officeDocument/2006/customXml" ds:itemID="{089B039B-5021-481A-9E89-FF700B59958E}">
  <ds:schemaRefs>
    <ds:schemaRef ds:uri="16d5baad-5fad-4b9a-884d-c94abda8e3cd"/>
    <ds:schemaRef ds:uri="83b5d987-6af3-42ff-8bb0-899535e64cda"/>
    <ds:schemaRef ds:uri="f5dc6549-5d29-4eee-b5c0-f3a47fa13b8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29</TotalTime>
  <Words>921</Words>
  <Application>Microsoft Office PowerPoint</Application>
  <PresentationFormat>Widescreen</PresentationFormat>
  <Paragraphs>149</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Theme</vt:lpstr>
      <vt:lpstr>Disaster Recovery Program Overview</vt:lpstr>
      <vt:lpstr>Agenda</vt:lpstr>
      <vt:lpstr>| Overview</vt:lpstr>
      <vt:lpstr>| Use Cases</vt:lpstr>
      <vt:lpstr>| Metrics</vt:lpstr>
      <vt:lpstr>| Disaster Recovery Lifecycle</vt:lpstr>
      <vt:lpstr>| Disaster Recovery Design (Advantage Ecosystem Example)</vt:lpstr>
      <vt:lpstr>| Documentation</vt:lpstr>
      <vt:lpstr>| Infrastructure Standup and configuration</vt:lpstr>
      <vt:lpstr>| prep Tasks</vt:lpstr>
      <vt:lpstr>| DR Exercise</vt:lpstr>
      <vt:lpstr>| Roadmap (Boilerplate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Doug.Williams-Smith@wolterskluwer.com</dc:creator>
  <cp:lastModifiedBy>Manelski, Devon</cp:lastModifiedBy>
  <cp:revision>2</cp:revision>
  <cp:lastPrinted>2018-10-10T17:48:40Z</cp:lastPrinted>
  <dcterms:created xsi:type="dcterms:W3CDTF">2018-09-26T12:04:55Z</dcterms:created>
  <dcterms:modified xsi:type="dcterms:W3CDTF">2026-03-18T11:03:15Z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0x01010061F225F04776D546A42FEE387B921A2F00DAC08B3D5781594289074DAABE11EB38</vt:lpwstr>
  </property>
  <property fmtid="{D5CDD505-2E9C-101B-9397-08002B2CF9AE}" pid="3" name="TaxKeyword">
    <vt:lpwstr/>
  </property>
  <property fmtid="{D5CDD505-2E9C-101B-9397-08002B2CF9AE}" pid="4" name="wkLanguage">
    <vt:lpwstr>3;#English|e9b6ca9b-76c3-4d5f-80e2-f4d3e01d635b</vt:lpwstr>
  </property>
  <property fmtid="{D5CDD505-2E9C-101B-9397-08002B2CF9AE}" pid="5" name="wkDataClassification">
    <vt:lpwstr>2;#Internal Use|2c1e06e0-0f3e-4aeb-9abd-c60729ea4a6a</vt:lpwstr>
  </property>
  <property fmtid="{D5CDD505-2E9C-101B-9397-08002B2CF9AE}" pid="6" name="Order">
    <vt:r8>110700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MediaServiceImageTags">
    <vt:lpwstr/>
  </property>
  <property fmtid="{D5CDD505-2E9C-101B-9397-08002B2CF9AE}" pid="12" name="wkBusinessUnit">
    <vt:lpwstr>1;#Wolters Kluwer|c6de2e8f-9998-4f1a-aad9-e3ee3092dfa8</vt:lpwstr>
  </property>
  <property fmtid="{D5CDD505-2E9C-101B-9397-08002B2CF9AE}" pid="13" name="wkLocation">
    <vt:lpwstr/>
  </property>
  <property fmtid="{D5CDD505-2E9C-101B-9397-08002B2CF9AE}" pid="14" name="MSIP_Label_fe6ee112-9e5c-4f16-b63d-fcad06e1707e_Enabled">
    <vt:lpwstr>true</vt:lpwstr>
  </property>
  <property fmtid="{D5CDD505-2E9C-101B-9397-08002B2CF9AE}" pid="15" name="MSIP_Label_fe6ee112-9e5c-4f16-b63d-fcad06e1707e_SetDate">
    <vt:lpwstr>2025-07-18T02:46:47Z</vt:lpwstr>
  </property>
  <property fmtid="{D5CDD505-2E9C-101B-9397-08002B2CF9AE}" pid="16" name="MSIP_Label_fe6ee112-9e5c-4f16-b63d-fcad06e1707e_Method">
    <vt:lpwstr>Standard</vt:lpwstr>
  </property>
  <property fmtid="{D5CDD505-2E9C-101B-9397-08002B2CF9AE}" pid="17" name="MSIP_Label_fe6ee112-9e5c-4f16-b63d-fcad06e1707e_Name">
    <vt:lpwstr>Internal Use</vt:lpwstr>
  </property>
  <property fmtid="{D5CDD505-2E9C-101B-9397-08002B2CF9AE}" pid="18" name="MSIP_Label_fe6ee112-9e5c-4f16-b63d-fcad06e1707e_SiteId">
    <vt:lpwstr>8ac76c91-e7f1-41ff-a89c-3553b2da2c17</vt:lpwstr>
  </property>
  <property fmtid="{D5CDD505-2E9C-101B-9397-08002B2CF9AE}" pid="19" name="MSIP_Label_fe6ee112-9e5c-4f16-b63d-fcad06e1707e_ActionId">
    <vt:lpwstr>be243fcf-e362-441d-b7bc-7e5774e28b93</vt:lpwstr>
  </property>
  <property fmtid="{D5CDD505-2E9C-101B-9397-08002B2CF9AE}" pid="20" name="MSIP_Label_fe6ee112-9e5c-4f16-b63d-fcad06e1707e_ContentBits">
    <vt:lpwstr>0</vt:lpwstr>
  </property>
  <property fmtid="{D5CDD505-2E9C-101B-9397-08002B2CF9AE}" pid="21" name="MSIP_Label_fe6ee112-9e5c-4f16-b63d-fcad06e1707e_Tag">
    <vt:lpwstr>10, 3, 0, 1</vt:lpwstr>
  </property>
</Properties>
</file>